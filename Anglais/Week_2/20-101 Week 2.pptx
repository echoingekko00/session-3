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  <p:sldId id="260" r:id="rId8"/>
    <p:sldId id="262" r:id="rId9"/>
    <p:sldId id="261" r:id="rId10"/>
    <p:sldId id="264" r:id="rId11"/>
    <p:sldId id="265" r:id="rId12"/>
    <p:sldId id="263" r:id="rId13"/>
    <p:sldId id="266" r:id="rId14"/>
    <p:sldId id="267" r:id="rId15"/>
    <p:sldId id="268" r:id="rId16"/>
    <p:sldId id="269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2F450-8F90-4ACC-4A6D-E7687C5210F1}" v="4" dt="2020-09-14T12:35:49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tiche Nassim-Bouzid" userId="S::1984485@claurendeau.qc.ca::93ca42ad-60f1-4cf5-9dc2-d11c4d0c2455" providerId="AD" clId="Web-{8B32F450-8F90-4ACC-4A6D-E7687C5210F1}"/>
    <pc:docChg chg="modSld">
      <pc:chgData name="Boutiche Nassim-Bouzid" userId="S::1984485@claurendeau.qc.ca::93ca42ad-60f1-4cf5-9dc2-d11c4d0c2455" providerId="AD" clId="Web-{8B32F450-8F90-4ACC-4A6D-E7687C5210F1}" dt="2020-09-14T12:35:49.221" v="3" actId="1076"/>
      <pc:docMkLst>
        <pc:docMk/>
      </pc:docMkLst>
      <pc:sldChg chg="modSp">
        <pc:chgData name="Boutiche Nassim-Bouzid" userId="S::1984485@claurendeau.qc.ca::93ca42ad-60f1-4cf5-9dc2-d11c4d0c2455" providerId="AD" clId="Web-{8B32F450-8F90-4ACC-4A6D-E7687C5210F1}" dt="2020-09-14T12:35:49.221" v="3" actId="1076"/>
        <pc:sldMkLst>
          <pc:docMk/>
          <pc:sldMk cId="3002928150" sldId="260"/>
        </pc:sldMkLst>
        <pc:spChg chg="mod">
          <ac:chgData name="Boutiche Nassim-Bouzid" userId="S::1984485@claurendeau.qc.ca::93ca42ad-60f1-4cf5-9dc2-d11c4d0c2455" providerId="AD" clId="Web-{8B32F450-8F90-4ACC-4A6D-E7687C5210F1}" dt="2020-09-14T12:35:49.221" v="3" actId="1076"/>
          <ac:spMkLst>
            <pc:docMk/>
            <pc:sldMk cId="3002928150" sldId="260"/>
            <ac:spMk id="3" creationId="{D6EADA2F-F1D9-F24C-8071-A5AD9F2DA3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608B-9035-014B-835A-E116EF90C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E3F52-ED80-1B44-A5D9-296385097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CDC23-E045-4343-940D-8CA2F668D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8CA0C-E164-DC4D-B66E-B52A1F84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0552-6032-C240-B02B-9FE12E01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07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8C79-14CE-654D-9145-A1C21025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995C9-BE63-3343-BB3B-2473C3485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B4B8C-AB72-1E4A-BCFD-309DC163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9322-52C8-B34B-9033-FB942C9B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FB02-2E55-B845-8591-8E9FBEE2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73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8B35-0547-1149-A232-380844BB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93412-525E-C042-8067-22B59AA3B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0F34A-A2FD-1449-899B-98D2AFC8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A5F99-F196-D648-B559-D10ED0DA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E2BC-4E36-524C-8315-C75DA3F9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38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65C2-8CF2-1648-BDC0-A05E12E6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E6DD-5FFD-AA4C-83FB-39F7E40EF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D1C56-E254-034C-A0B8-5DBF8D85D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708A2-7EB8-D745-8EC5-782025C1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A1254-117F-864A-BCB5-1C83DFEB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3615D-1EF9-D943-A74C-C3798E98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493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E0B8-7EBE-9E4D-A4BF-5DFFEFE8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052D5-5D97-734A-8477-360E8320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3C0DF-44E1-A441-98B5-9D6C3C46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D08BA-3C2D-7F4A-99E4-4D4807E4F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21EB2-C136-7E47-8BF7-04C8B3758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ED98E-1824-424C-AE15-F4F97F31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5228C-74D5-1645-8C24-0290F18E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31922-B952-B94C-9E6A-9B02D05C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403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F4B1-AEDE-1544-A63B-565CD1A9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D4079-B6AD-0B4D-B596-924F9D7B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16A1A-70C7-4A48-915C-E2A75BF7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E284A-AE2B-3D41-A880-5E038242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3786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D1F1D-8DCD-204B-BBF2-3546B547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31CE0-A9C1-A94B-9D95-D742F665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FBB8-ED9A-F843-908A-64EB6787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10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F0D8-6DD0-F24E-83E9-3C2F0650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17B27-C852-7549-B14F-BF00F2B6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1F35F-3ADD-0643-9A8C-F9F72D2D7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D027A-69D8-AC46-A945-F7C00E4F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C215-135B-634E-AF37-F85446B7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30694-43FE-F74C-A69E-6D334378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366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C73F-9558-7440-B9BA-A385F030E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EE2AA-1095-C94D-8860-9AC3CD2D4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7C3F5-D62C-8049-99B8-0FC6EA679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51C1F-90EC-B246-9170-D8F85C16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ED758-699A-2D49-A523-12B7C8D7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1225A-5EB4-454C-953A-CA256ADF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704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6C67-C34A-BE4B-9107-287C6FCE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93F86-31CB-F249-A3C8-BB6A79627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DDD64-33A3-474C-B2B4-C53F0A3B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EB9BF-2397-444D-BE85-9816D9F4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7B03A-8A30-8D40-BF7C-292F32EE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41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67264-8442-DB46-B7BD-02B06F398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5380C-D32A-2F42-8278-848BE9309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2D739-2DD5-A74B-ACA6-D12985E4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D993-ACD8-594E-BD7D-85684B23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ECFA9-B7CA-F040-B285-1CECE28A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323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8000"/>
            <a:lum/>
          </a:blip>
          <a:srcRect/>
          <a:stretch>
            <a:fillRect l="-36000" r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3F143F-5910-304A-9F74-409BAD0A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2C8E-6D65-034C-8D52-2D1293B98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E337-AF50-DE4A-91C0-F25F20ED5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E41F3-29E8-5C48-AF45-7E639481A982}" type="datetimeFigureOut">
              <a:rPr lang="en-CA" smtClean="0"/>
              <a:t>2020-09-14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D49D-2890-3E43-9A1B-EB8193B96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03250-5412-DF44-B377-6E319DE7E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69DBB-274F-8C47-A1EA-AB0F5FBF6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88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En8_X7Ei3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8lz-qrVUec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hyperlink" Target="https://pro.psychcentral.com/child-therapist/wp-content/uploads/sites/3/2014/12/Is-Daydreaming-Good-For-You.p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2.uvcs.uvic.ca/courses/elc/studyzone/330/grammar/pres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/" TargetMode="External"/><Relationship Id="rId2" Type="http://schemas.openxmlformats.org/officeDocument/2006/relationships/hyperlink" Target="https://www.blackmores.com.au/stress-relief/the-lost-art-of-daydreamin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3CF1-4226-D246-8C02-4B578DFA1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/>
              <a:t>English 101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A71B7-A1D2-5040-87A1-CF2F90D03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b="1"/>
              <a:t>Week 2</a:t>
            </a:r>
          </a:p>
          <a:p>
            <a:r>
              <a:rPr lang="en-CA" b="1"/>
              <a:t>This week’s theme: Life Balance</a:t>
            </a:r>
          </a:p>
        </p:txBody>
      </p:sp>
    </p:spTree>
    <p:extLst>
      <p:ext uri="{BB962C8B-B14F-4D97-AF65-F5344CB8AC3E}">
        <p14:creationId xmlns:p14="http://schemas.microsoft.com/office/powerpoint/2010/main" val="1855883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5CDB-30B1-6E4D-87F6-90CD7FC3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The Mexican Fisherman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37C9-4C8D-C14F-8AC1-59FD3BCBC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Discuss answers</a:t>
            </a:r>
          </a:p>
        </p:txBody>
      </p:sp>
    </p:spTree>
    <p:extLst>
      <p:ext uri="{BB962C8B-B14F-4D97-AF65-F5344CB8AC3E}">
        <p14:creationId xmlns:p14="http://schemas.microsoft.com/office/powerpoint/2010/main" val="4126013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7C98-3C12-184C-85F9-2DDD8FCE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Contemplation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2082-4450-4544-9177-C568171A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For this experiment to work, you have to respect these conditions: </a:t>
            </a:r>
          </a:p>
          <a:p>
            <a:pPr marL="0" indent="0">
              <a:buNone/>
            </a:pPr>
            <a:endParaRPr lang="en-CA" b="1"/>
          </a:p>
          <a:p>
            <a:r>
              <a:rPr lang="en-CA" b="1"/>
              <a:t>Remove all distractions (phones, books, TV, radio, etc.)</a:t>
            </a:r>
          </a:p>
          <a:p>
            <a:r>
              <a:rPr lang="en-CA" b="1"/>
              <a:t>Turn lights down</a:t>
            </a:r>
          </a:p>
          <a:p>
            <a:r>
              <a:rPr lang="en-CA" b="1"/>
              <a:t>Do not write, talk, or communicate in any way</a:t>
            </a:r>
          </a:p>
          <a:p>
            <a:r>
              <a:rPr lang="en-CA" b="1"/>
              <a:t>Simply watch the video on full screen and do nothing.  Keep your eyes on the screen</a:t>
            </a:r>
          </a:p>
          <a:p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51156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1F79-F5BD-D348-989E-1DD9F187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View this video for 4 minutes and then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ADA2F-F1D9-F24C-8071-A5AD9F2DA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137" y="1690688"/>
            <a:ext cx="10515600" cy="4351338"/>
          </a:xfrm>
        </p:spPr>
        <p:txBody>
          <a:bodyPr/>
          <a:lstStyle/>
          <a:p>
            <a:r>
              <a:rPr lang="en-CA">
                <a:hlinkClick r:id="rId2"/>
              </a:rPr>
              <a:t>https://www.youtube.com/watch?v=yEn8_X7Ei3A</a:t>
            </a: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92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11CE-AD46-B44B-BD6B-9E01D8FF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Vocabulary</a:t>
            </a:r>
            <a:r>
              <a:rPr lang="en-CA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D1B7-CC1B-F247-900C-EDDFBE0CF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Mind</a:t>
            </a:r>
          </a:p>
          <a:p>
            <a:r>
              <a:rPr lang="en-CA" b="1"/>
              <a:t>Daydream</a:t>
            </a:r>
          </a:p>
          <a:p>
            <a:r>
              <a:rPr lang="en-CA" b="1"/>
              <a:t>Disconnect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B97C0-9F2F-BA47-B5F8-34216B915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272" y="3515446"/>
            <a:ext cx="3728605" cy="2796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00670-DF17-EB44-9C27-11AC79DD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270" y="3515446"/>
            <a:ext cx="4201244" cy="279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5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AFB6-ABD3-3346-8D8F-3E027EA5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58F0-053A-E54B-A40E-08FF54EA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In the chat, write answers to these questions: </a:t>
            </a:r>
          </a:p>
          <a:p>
            <a:endParaRPr lang="en-CA" b="1"/>
          </a:p>
          <a:p>
            <a:r>
              <a:rPr lang="en-CA" b="1"/>
              <a:t>Where did your mind go while you were watching the video?</a:t>
            </a:r>
          </a:p>
          <a:p>
            <a:r>
              <a:rPr lang="en-CA" b="1"/>
              <a:t>What were your thoughts? </a:t>
            </a:r>
          </a:p>
          <a:p>
            <a:r>
              <a:rPr lang="en-CA" b="1"/>
              <a:t>Were you able to disconnect and daydream?</a:t>
            </a:r>
          </a:p>
        </p:txBody>
      </p:sp>
    </p:spTree>
    <p:extLst>
      <p:ext uri="{BB962C8B-B14F-4D97-AF65-F5344CB8AC3E}">
        <p14:creationId xmlns:p14="http://schemas.microsoft.com/office/powerpoint/2010/main" val="7828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46CA-5637-EA43-B310-3B104666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85FB-ABDB-C041-8877-63EFE0DC9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/>
              <a:t>You will now watch a video and answer questions.  The language in this video is a little difficult.  However, the message is simple.  </a:t>
            </a:r>
          </a:p>
          <a:p>
            <a:endParaRPr lang="en-CA"/>
          </a:p>
          <a:p>
            <a:pPr marL="0" indent="0">
              <a:buNone/>
            </a:pPr>
            <a:r>
              <a:rPr lang="en-CA" b="1"/>
              <a:t>Here is the procedure: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Review vocabulary on next slide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Review questions under “assignments”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Watch video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Answer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Return to ”general”</a:t>
            </a:r>
          </a:p>
        </p:txBody>
      </p:sp>
    </p:spTree>
    <p:extLst>
      <p:ext uri="{BB962C8B-B14F-4D97-AF65-F5344CB8AC3E}">
        <p14:creationId xmlns:p14="http://schemas.microsoft.com/office/powerpoint/2010/main" val="91038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AC2D-7BCD-EC44-AAB9-DAFAE48D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6F99-B9EC-7749-84F1-906A042A1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Learn this vocabulary:</a:t>
            </a:r>
          </a:p>
          <a:p>
            <a:r>
              <a:rPr lang="en-CA" b="1"/>
              <a:t>Daydream</a:t>
            </a:r>
          </a:p>
          <a:p>
            <a:r>
              <a:rPr lang="en-CA" b="1"/>
              <a:t>To stare – staring out the window</a:t>
            </a:r>
          </a:p>
          <a:p>
            <a:r>
              <a:rPr lang="en-CA" b="1"/>
              <a:t>Wasted time</a:t>
            </a:r>
          </a:p>
          <a:p>
            <a:r>
              <a:rPr lang="en-CA" b="1"/>
              <a:t>The high point</a:t>
            </a:r>
          </a:p>
          <a:p>
            <a:r>
              <a:rPr lang="en-CA" b="1"/>
              <a:t>Mind</a:t>
            </a:r>
          </a:p>
          <a:p>
            <a:r>
              <a:rPr lang="en-CA" b="1"/>
              <a:t>Insight</a:t>
            </a:r>
          </a:p>
          <a:p>
            <a:r>
              <a:rPr lang="en-CA" b="1"/>
              <a:t>Reverie</a:t>
            </a:r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696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0F6E-35DF-B745-86A6-913D751A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B063-0870-DA48-A98F-F7F35C087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Go to ”assignments,” read questions for “Daydreaming video, week 2”</a:t>
            </a:r>
          </a:p>
          <a:p>
            <a:r>
              <a:rPr lang="en-CA" b="1"/>
              <a:t>Watch this </a:t>
            </a:r>
            <a:r>
              <a:rPr lang="en-CA" b="1">
                <a:hlinkClick r:id="rId2"/>
              </a:rPr>
              <a:t>video</a:t>
            </a:r>
            <a:endParaRPr lang="en-CA" b="1"/>
          </a:p>
          <a:p>
            <a:r>
              <a:rPr lang="en-CA" b="1"/>
              <a:t>Answer questions </a:t>
            </a:r>
          </a:p>
          <a:p>
            <a:r>
              <a:rPr lang="en-CA" b="1"/>
              <a:t>Return to “general” </a:t>
            </a:r>
          </a:p>
        </p:txBody>
      </p:sp>
    </p:spTree>
    <p:extLst>
      <p:ext uri="{BB962C8B-B14F-4D97-AF65-F5344CB8AC3E}">
        <p14:creationId xmlns:p14="http://schemas.microsoft.com/office/powerpoint/2010/main" val="402880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12A4-4960-FF41-9243-29B2777A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/>
            </a:br>
            <a:r>
              <a:rPr lang="en-CA"/>
              <a:t> </a:t>
            </a:r>
            <a:r>
              <a:rPr lang="en-CA" b="1"/>
              <a:t>Reading an image with text</a:t>
            </a:r>
            <a:br>
              <a:rPr lang="en-CA"/>
            </a:br>
            <a:r>
              <a:rPr lang="en-CA"/>
              <a:t> </a:t>
            </a:r>
            <a:br>
              <a:rPr lang="en-CA"/>
            </a:b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ABDA-44BC-234E-93DA-752A73595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/>
              <a:t>When your teacher says “Go”, join your team (channel) and do this:</a:t>
            </a:r>
          </a:p>
          <a:p>
            <a:r>
              <a:rPr lang="en-CA" b="1"/>
              <a:t>Go to </a:t>
            </a:r>
            <a:r>
              <a:rPr lang="en-CA" b="1">
                <a:hlinkClick r:id="rId2"/>
              </a:rPr>
              <a:t>this web site </a:t>
            </a:r>
            <a:r>
              <a:rPr lang="en-CA" b="1"/>
              <a:t>and find this image: </a:t>
            </a:r>
          </a:p>
          <a:p>
            <a:endParaRPr lang="en-CA" b="1"/>
          </a:p>
          <a:p>
            <a:endParaRPr lang="en-CA" b="1"/>
          </a:p>
          <a:p>
            <a:r>
              <a:rPr lang="en-CA" b="1"/>
              <a:t>Look at the images and read the text. </a:t>
            </a:r>
          </a:p>
          <a:p>
            <a:r>
              <a:rPr lang="en-CA" b="1"/>
              <a:t>Summarize your understanding by writing down 5 complete sentences about things about a person who daydreams (“A daydreamer…”)</a:t>
            </a:r>
          </a:p>
          <a:p>
            <a:r>
              <a:rPr lang="en-CA" b="1"/>
              <a:t>Return to “general” and write one of your sentences in the chat</a:t>
            </a:r>
          </a:p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7C0AB-C4E4-B443-A04C-DA7DFB81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809" y="2402167"/>
            <a:ext cx="1837391" cy="13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1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0F75-17B2-4646-8E32-F8E8EB55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Reading, writing and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D9BC-2352-BC49-81F0-BA68A0D7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What verb tense did you use in your sentences?</a:t>
            </a:r>
          </a:p>
          <a:p>
            <a:r>
              <a:rPr lang="en-CA" b="1"/>
              <a:t>Since you were stating facts, you probably used simple present.</a:t>
            </a:r>
          </a:p>
          <a:p>
            <a:endParaRPr lang="en-CA" b="1"/>
          </a:p>
          <a:p>
            <a:endParaRPr lang="en-CA" b="1"/>
          </a:p>
          <a:p>
            <a:r>
              <a:rPr lang="en-CA" b="1"/>
              <a:t>Simple present is used for stating facts, describing something, talking about a routine, etc.  Here is a good </a:t>
            </a:r>
            <a:r>
              <a:rPr lang="en-CA" b="1">
                <a:hlinkClick r:id="rId2"/>
              </a:rPr>
              <a:t>website</a:t>
            </a:r>
            <a:r>
              <a:rPr lang="en-CA" b="1"/>
              <a:t> to refer to.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05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6851-21D9-E24D-B5CB-9FFA3875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Reading, writing and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18CB-2741-2F46-870F-73356D2C5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The last activity in today’s class requires you to read a text and then do a task with the information.</a:t>
            </a:r>
          </a:p>
          <a:p>
            <a:pPr marL="0" indent="0">
              <a:buNone/>
            </a:pPr>
            <a:endParaRPr lang="en-CA" b="1"/>
          </a:p>
          <a:p>
            <a:pPr marL="0" indent="0">
              <a:buNone/>
            </a:pPr>
            <a:r>
              <a:rPr lang="en-CA" b="1"/>
              <a:t>You should do this task with a partner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861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EF98-8492-FC4D-9208-703B00A8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Reading text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D254C-9C60-2E46-A10C-DA55EC79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/>
              <a:t>Procedure: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Read this </a:t>
            </a:r>
            <a:r>
              <a:rPr lang="en-CA" b="1">
                <a:hlinkClick r:id="rId2"/>
              </a:rPr>
              <a:t>text</a:t>
            </a:r>
            <a:r>
              <a:rPr lang="en-CA" b="1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Highlight or write down all vocabulary that is new to you.  </a:t>
            </a:r>
            <a:r>
              <a:rPr lang="en-CA" b="1">
                <a:hlinkClick r:id="rId3"/>
              </a:rPr>
              <a:t>This</a:t>
            </a:r>
            <a:r>
              <a:rPr lang="en-CA" b="1"/>
              <a:t> is a good dictionary.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Be sure you understand the general idea and most of the details.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In your portfolios, write a short dialogue in which your friend asks you about daydreaming and you answer with information from the text.  Be sure to give three reasons in your answer.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Double check your use of language.  If you are stating facts, you will probably use simple present.  </a:t>
            </a:r>
          </a:p>
          <a:p>
            <a:pPr marL="514350" indent="-514350">
              <a:buFont typeface="+mj-lt"/>
              <a:buAutoNum type="arabicPeriod"/>
            </a:pPr>
            <a:endParaRPr lang="en-CA" b="1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02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D2FA-8D19-6348-ACEB-2318413A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Dialogue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56564-46A5-AD49-8A77-43055B1E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This is what a dialogue looks like: </a:t>
            </a:r>
          </a:p>
          <a:p>
            <a:endParaRPr lang="en-CA" b="1"/>
          </a:p>
          <a:p>
            <a:r>
              <a:rPr lang="en-CA" b="1"/>
              <a:t>Christi: “Hi, Julia, I’m in a bit of a bad state!  Can you help? I’m feeling stressed.”</a:t>
            </a:r>
          </a:p>
          <a:p>
            <a:r>
              <a:rPr lang="en-CA" b="1"/>
              <a:t>Julia: “Oh hi, Christi.  I’m sorry to hear that.  When did this start?”</a:t>
            </a:r>
          </a:p>
          <a:p>
            <a:r>
              <a:rPr lang="en-CA" b="1"/>
              <a:t>Christi: …..</a:t>
            </a:r>
          </a:p>
        </p:txBody>
      </p:sp>
    </p:spTree>
    <p:extLst>
      <p:ext uri="{BB962C8B-B14F-4D97-AF65-F5344CB8AC3E}">
        <p14:creationId xmlns:p14="http://schemas.microsoft.com/office/powerpoint/2010/main" val="111346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86AE-32DF-3C48-9280-5BBACB6C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939B-ECFD-054E-849F-0258FB70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/>
              <a:t>Before next class do this homework: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Grab your smartphone and take a </a:t>
            </a:r>
            <a:r>
              <a:rPr lang="en-CA" b="1" err="1"/>
              <a:t>w,alk</a:t>
            </a:r>
            <a:r>
              <a:rPr lang="en-CA" b="1"/>
              <a:t> in nature (a park, a lake, a forest, the shores of the river, a field). 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When you notice some element of nature that captures your attention, take a photo of it.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Continue your walk for as long as you can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/>
              <a:t>Upload your photo to your portfolio with these explanations: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/>
              <a:t>What this photo means to you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/>
              <a:t>All the steps you took to get that photo into your portfolio</a:t>
            </a:r>
          </a:p>
        </p:txBody>
      </p:sp>
    </p:spTree>
    <p:extLst>
      <p:ext uri="{BB962C8B-B14F-4D97-AF65-F5344CB8AC3E}">
        <p14:creationId xmlns:p14="http://schemas.microsoft.com/office/powerpoint/2010/main" val="1560727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6F6CAAF9C6944B5C9751CA7007C9D" ma:contentTypeVersion="8" ma:contentTypeDescription="Crée un document." ma:contentTypeScope="" ma:versionID="bc33b16a1dec45d22a7b1dbf155d3219">
  <xsd:schema xmlns:xsd="http://www.w3.org/2001/XMLSchema" xmlns:xs="http://www.w3.org/2001/XMLSchema" xmlns:p="http://schemas.microsoft.com/office/2006/metadata/properties" xmlns:ns2="46578e2c-41c0-4923-89c6-761e39a1a296" targetNamespace="http://schemas.microsoft.com/office/2006/metadata/properties" ma:root="true" ma:fieldsID="9d93f5c3bb85348cf20d3c0d7657c435" ns2:_="">
    <xsd:import namespace="46578e2c-41c0-4923-89c6-761e39a1a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578e2c-41c0-4923-89c6-761e39a1a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973028-5EDE-4894-9519-6EA1524089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F85D19-3B86-48E5-B0E8-EED1185A1A19}"/>
</file>

<file path=customXml/itemProps3.xml><?xml version="1.0" encoding="utf-8"?>
<ds:datastoreItem xmlns:ds="http://schemas.openxmlformats.org/officeDocument/2006/customXml" ds:itemID="{C9DDFED5-8D03-4030-BD9F-7B0F46A9E51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English 101 </vt:lpstr>
      <vt:lpstr>The Mexican Fisherman</vt:lpstr>
      <vt:lpstr>Contemplation experiment</vt:lpstr>
      <vt:lpstr>View this video for 4 minutes and then return</vt:lpstr>
      <vt:lpstr>Vocabulary </vt:lpstr>
      <vt:lpstr>Reflection</vt:lpstr>
      <vt:lpstr>Listening</vt:lpstr>
      <vt:lpstr>Listening</vt:lpstr>
      <vt:lpstr>Listening</vt:lpstr>
      <vt:lpstr>  Reading an image with text   </vt:lpstr>
      <vt:lpstr>Reading, writing and verbs</vt:lpstr>
      <vt:lpstr>Reading, writing and verbs</vt:lpstr>
      <vt:lpstr>Reading text 2</vt:lpstr>
      <vt:lpstr>Dialogue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101 </dc:title>
  <dc:creator>Daniel Stewart</dc:creator>
  <cp:revision>1</cp:revision>
  <dcterms:created xsi:type="dcterms:W3CDTF">2020-09-07T13:30:33Z</dcterms:created>
  <dcterms:modified xsi:type="dcterms:W3CDTF">2020-09-14T12:35:51Z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0x01010016D6F6CAAF9C6944B5C9751CA7007C9D</vt:lpwstr>
  </property>
</Properties>
</file>