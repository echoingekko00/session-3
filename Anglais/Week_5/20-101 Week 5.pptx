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diagrams/data1.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2.xml" ContentType="application/vnd.openxmlformats-officedocument.drawingml.diagramData+xml"/>
  <Override PartName="/ppt/presentation.xml" ContentType="application/vnd.openxmlformats-officedocument.presentationml.presentation.main+xml"/>
  <Override PartName="/ppt/slides/slide9.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0.xml" ContentType="application/vnd.openxmlformats-officedocument.presentationml.slide+xml"/>
  <Override PartName="/ppt/slides/slide18.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7.xml" ContentType="application/vnd.openxmlformats-officedocument.presentationml.slide+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diagrams/drawing1.xml" ContentType="application/vnd.ms-office.drawingml.diagramDrawing+xml"/>
  <Override PartName="/ppt/diagrams/layout1.xml" ContentType="application/vnd.openxmlformats-officedocument.drawingml.diagramLayout+xml"/>
  <Override PartName="/ppt/diagrams/drawing2.xml" ContentType="application/vnd.ms-office.drawingml.diagramDrawing+xml"/>
  <Override PartName="/ppt/diagrams/colors2.xml" ContentType="application/vnd.openxmlformats-officedocument.drawingml.diagramColors+xml"/>
  <Override PartName="/ppt/diagrams/quickStyle2.xml" ContentType="application/vnd.openxmlformats-officedocument.drawingml.diagramStyle+xml"/>
  <Override PartName="/ppt/diagrams/layout2.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layout3.xml" ContentType="application/vnd.openxmlformats-officedocument.drawingml.diagramLayout+xml"/>
  <Override PartName="/ppt/diagrams/colors3.xml" ContentType="application/vnd.openxmlformats-officedocument.drawingml.diagramColors+xml"/>
  <Override PartName="/ppt/diagrams/quickStyle3.xml" ContentType="application/vnd.openxmlformats-officedocument.drawingml.diagramStyle+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heme/theme1.xml" ContentType="application/vnd.openxmlformats-officedocument.theme+xml"/>
  <Override PartName="/ppt/diagrams/layout5.xml" ContentType="application/vnd.openxmlformats-officedocument.drawingml.diagramLayout+xml"/>
  <Override PartName="/ppt/diagrams/colors4.xml" ContentType="application/vnd.openxmlformats-officedocument.drawingml.diagramColors+xml"/>
  <Override PartName="/ppt/diagrams/drawing4.xml" ContentType="application/vnd.ms-office.drawingml.diagramDrawing+xml"/>
  <Override PartName="/ppt/diagrams/drawing3.xml" ContentType="application/vnd.ms-office.drawingml.diagramDrawing+xml"/>
  <Override PartName="/ppt/diagrams/quickStyle4.xml" ContentType="application/vnd.openxmlformats-officedocument.drawingml.diagramStyle+xml"/>
  <Override PartName="/ppt/diagrams/layout4.xml" ContentType="application/vnd.openxmlformats-officedocument.drawingml.diagramLayout+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1" r:id="rId5"/>
    <p:sldId id="262" r:id="rId6"/>
    <p:sldId id="259" r:id="rId7"/>
    <p:sldId id="260" r:id="rId8"/>
    <p:sldId id="265" r:id="rId9"/>
    <p:sldId id="263" r:id="rId10"/>
    <p:sldId id="266" r:id="rId11"/>
    <p:sldId id="264" r:id="rId12"/>
    <p:sldId id="267" r:id="rId13"/>
    <p:sldId id="275" r:id="rId14"/>
    <p:sldId id="276" r:id="rId15"/>
    <p:sldId id="277" r:id="rId16"/>
    <p:sldId id="278" r:id="rId17"/>
    <p:sldId id="270" r:id="rId18"/>
    <p:sldId id="268" r:id="rId19"/>
    <p:sldId id="271" r:id="rId20"/>
    <p:sldId id="273" r:id="rId21"/>
    <p:sldId id="27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33"/>
    <p:restoredTop sz="95064"/>
  </p:normalViewPr>
  <p:slideViewPr>
    <p:cSldViewPr snapToGrid="0" snapToObjects="1">
      <p:cViewPr varScale="1">
        <p:scale>
          <a:sx n="93" d="100"/>
          <a:sy n="93" d="100"/>
        </p:scale>
        <p:origin x="608"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ustomXml" Target="../customXml/item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D2EBFE-5444-ED4A-A0DE-0265A609B637}" type="doc">
      <dgm:prSet loTypeId="urn:microsoft.com/office/officeart/2005/8/layout/hProcess9" loCatId="" qsTypeId="urn:microsoft.com/office/officeart/2005/8/quickstyle/simple1" qsCatId="simple" csTypeId="urn:microsoft.com/office/officeart/2005/8/colors/accent1_2" csCatId="accent1" phldr="1"/>
      <dgm:spPr/>
      <dgm:t>
        <a:bodyPr/>
        <a:lstStyle/>
        <a:p>
          <a:endParaRPr lang="en-US"/>
        </a:p>
      </dgm:t>
    </dgm:pt>
    <dgm:pt modelId="{5B927E5B-B158-1A4E-82CE-FCB37C17BC4F}">
      <dgm:prSet phldrT="[Text]"/>
      <dgm:spPr>
        <a:solidFill>
          <a:schemeClr val="accent4">
            <a:lumMod val="60000"/>
            <a:lumOff val="40000"/>
            <a:alpha val="78000"/>
          </a:schemeClr>
        </a:solidFill>
      </dgm:spPr>
      <dgm:t>
        <a:bodyPr/>
        <a:lstStyle/>
        <a:p>
          <a:r>
            <a:rPr lang="en-US" dirty="0">
              <a:solidFill>
                <a:schemeClr val="tx1"/>
              </a:solidFill>
            </a:rPr>
            <a:t>With a partner, compare your questions on life balance.  Each should have 10 questions, for a total of 20.  </a:t>
          </a:r>
        </a:p>
        <a:p>
          <a:r>
            <a:rPr lang="en-US" dirty="0">
              <a:solidFill>
                <a:schemeClr val="tx1"/>
              </a:solidFill>
            </a:rPr>
            <a:t>Choose the 6 best.  Be sure to cover as many subjects as possible.</a:t>
          </a:r>
        </a:p>
      </dgm:t>
    </dgm:pt>
    <dgm:pt modelId="{AD5C27C7-69EC-354E-8BC0-4E1B730EA298}" type="parTrans" cxnId="{0DE720C2-EB89-1A43-A2CF-1DA402F0603D}">
      <dgm:prSet/>
      <dgm:spPr/>
      <dgm:t>
        <a:bodyPr/>
        <a:lstStyle/>
        <a:p>
          <a:endParaRPr lang="en-US"/>
        </a:p>
      </dgm:t>
    </dgm:pt>
    <dgm:pt modelId="{6A1A300B-BF5B-7F44-86D5-A6A104EBCAE1}" type="sibTrans" cxnId="{0DE720C2-EB89-1A43-A2CF-1DA402F0603D}">
      <dgm:prSet/>
      <dgm:spPr/>
      <dgm:t>
        <a:bodyPr/>
        <a:lstStyle/>
        <a:p>
          <a:endParaRPr lang="en-US"/>
        </a:p>
      </dgm:t>
    </dgm:pt>
    <dgm:pt modelId="{CCBCEEFD-81F2-7349-B192-9BB00F389829}">
      <dgm:prSet phldrT="[Text]"/>
      <dgm:spPr>
        <a:solidFill>
          <a:schemeClr val="accent4">
            <a:lumMod val="60000"/>
            <a:lumOff val="40000"/>
            <a:alpha val="77000"/>
          </a:schemeClr>
        </a:solidFill>
      </dgm:spPr>
      <dgm:t>
        <a:bodyPr/>
        <a:lstStyle/>
        <a:p>
          <a:r>
            <a:rPr lang="en-US" dirty="0">
              <a:solidFill>
                <a:schemeClr val="tx1"/>
              </a:solidFill>
            </a:rPr>
            <a:t>Check your questions for grammatical accuracy.  Refer to online resources (see </a:t>
          </a:r>
          <a:r>
            <a:rPr lang="en-US" dirty="0" err="1">
              <a:solidFill>
                <a:schemeClr val="tx1"/>
              </a:solidFill>
            </a:rPr>
            <a:t>Powerpoint</a:t>
          </a:r>
          <a:r>
            <a:rPr lang="en-US" dirty="0">
              <a:solidFill>
                <a:schemeClr val="tx1"/>
              </a:solidFill>
            </a:rPr>
            <a:t>).  Ask the teacher for help or feedback</a:t>
          </a:r>
        </a:p>
      </dgm:t>
    </dgm:pt>
    <dgm:pt modelId="{FC64181D-AE32-FE43-B010-BAE8096B6687}" type="parTrans" cxnId="{F9A65ED0-48B5-5D45-A6F6-D671BB61E38B}">
      <dgm:prSet/>
      <dgm:spPr/>
      <dgm:t>
        <a:bodyPr/>
        <a:lstStyle/>
        <a:p>
          <a:endParaRPr lang="en-US"/>
        </a:p>
      </dgm:t>
    </dgm:pt>
    <dgm:pt modelId="{DB7895FC-99BD-274E-B7EE-615CC1B1C8DC}" type="sibTrans" cxnId="{F9A65ED0-48B5-5D45-A6F6-D671BB61E38B}">
      <dgm:prSet/>
      <dgm:spPr/>
      <dgm:t>
        <a:bodyPr/>
        <a:lstStyle/>
        <a:p>
          <a:endParaRPr lang="en-US"/>
        </a:p>
      </dgm:t>
    </dgm:pt>
    <dgm:pt modelId="{7A5A1A50-D247-1144-8FC6-829FC2CE86E2}">
      <dgm:prSet/>
      <dgm:spPr>
        <a:solidFill>
          <a:schemeClr val="accent4">
            <a:lumMod val="60000"/>
            <a:lumOff val="40000"/>
            <a:alpha val="77000"/>
          </a:schemeClr>
        </a:solidFill>
      </dgm:spPr>
      <dgm:t>
        <a:bodyPr/>
        <a:lstStyle/>
        <a:p>
          <a:r>
            <a:rPr lang="en-US" dirty="0">
              <a:solidFill>
                <a:schemeClr val="tx1"/>
              </a:solidFill>
            </a:rPr>
            <a:t>Choose a presentation time for next week as indicated by the teacher</a:t>
          </a:r>
        </a:p>
      </dgm:t>
    </dgm:pt>
    <dgm:pt modelId="{0C46EC39-8EEE-4E40-8144-789FAE7370A3}" type="parTrans" cxnId="{135843F2-9293-FB41-819B-758E12E6ED62}">
      <dgm:prSet/>
      <dgm:spPr/>
      <dgm:t>
        <a:bodyPr/>
        <a:lstStyle/>
        <a:p>
          <a:endParaRPr lang="en-US"/>
        </a:p>
      </dgm:t>
    </dgm:pt>
    <dgm:pt modelId="{8F1E996E-D29B-4840-94D0-32D342A67563}" type="sibTrans" cxnId="{135843F2-9293-FB41-819B-758E12E6ED62}">
      <dgm:prSet/>
      <dgm:spPr/>
      <dgm:t>
        <a:bodyPr/>
        <a:lstStyle/>
        <a:p>
          <a:endParaRPr lang="en-US"/>
        </a:p>
      </dgm:t>
    </dgm:pt>
    <dgm:pt modelId="{2ED5EE51-00B6-0740-B891-F9BB3374A806}" type="pres">
      <dgm:prSet presAssocID="{04D2EBFE-5444-ED4A-A0DE-0265A609B637}" presName="CompostProcess" presStyleCnt="0">
        <dgm:presLayoutVars>
          <dgm:dir/>
          <dgm:resizeHandles val="exact"/>
        </dgm:presLayoutVars>
      </dgm:prSet>
      <dgm:spPr/>
    </dgm:pt>
    <dgm:pt modelId="{FFBB7AA9-D2AF-7149-BAC2-14F15E11BB8B}" type="pres">
      <dgm:prSet presAssocID="{04D2EBFE-5444-ED4A-A0DE-0265A609B637}" presName="arrow" presStyleLbl="bgShp" presStyleIdx="0" presStyleCnt="1" custScaleX="117647"/>
      <dgm:spPr>
        <a:solidFill>
          <a:schemeClr val="bg1">
            <a:lumMod val="65000"/>
            <a:alpha val="88000"/>
          </a:schemeClr>
        </a:solidFill>
      </dgm:spPr>
    </dgm:pt>
    <dgm:pt modelId="{2F82F755-254D-CD45-8AF0-D8D4035BB0D7}" type="pres">
      <dgm:prSet presAssocID="{04D2EBFE-5444-ED4A-A0DE-0265A609B637}" presName="linearProcess" presStyleCnt="0"/>
      <dgm:spPr/>
    </dgm:pt>
    <dgm:pt modelId="{CE7D4728-7C7F-6D41-B078-705C2C899AC3}" type="pres">
      <dgm:prSet presAssocID="{5B927E5B-B158-1A4E-82CE-FCB37C17BC4F}" presName="textNode" presStyleLbl="node1" presStyleIdx="0" presStyleCnt="3">
        <dgm:presLayoutVars>
          <dgm:bulletEnabled val="1"/>
        </dgm:presLayoutVars>
      </dgm:prSet>
      <dgm:spPr/>
    </dgm:pt>
    <dgm:pt modelId="{E6953820-AB78-9147-9ACE-2BAD4C2A1EAE}" type="pres">
      <dgm:prSet presAssocID="{6A1A300B-BF5B-7F44-86D5-A6A104EBCAE1}" presName="sibTrans" presStyleCnt="0"/>
      <dgm:spPr/>
    </dgm:pt>
    <dgm:pt modelId="{91AA31C8-24F1-8B4F-99F1-826E6D6F54DC}" type="pres">
      <dgm:prSet presAssocID="{CCBCEEFD-81F2-7349-B192-9BB00F389829}" presName="textNode" presStyleLbl="node1" presStyleIdx="1" presStyleCnt="3">
        <dgm:presLayoutVars>
          <dgm:bulletEnabled val="1"/>
        </dgm:presLayoutVars>
      </dgm:prSet>
      <dgm:spPr/>
    </dgm:pt>
    <dgm:pt modelId="{C5D156B0-A0B4-3B4C-B880-F8879FB504A3}" type="pres">
      <dgm:prSet presAssocID="{DB7895FC-99BD-274E-B7EE-615CC1B1C8DC}" presName="sibTrans" presStyleCnt="0"/>
      <dgm:spPr/>
    </dgm:pt>
    <dgm:pt modelId="{7A2FB453-6728-F047-9F48-F8AF694EAF27}" type="pres">
      <dgm:prSet presAssocID="{7A5A1A50-D247-1144-8FC6-829FC2CE86E2}" presName="textNode" presStyleLbl="node1" presStyleIdx="2" presStyleCnt="3">
        <dgm:presLayoutVars>
          <dgm:bulletEnabled val="1"/>
        </dgm:presLayoutVars>
      </dgm:prSet>
      <dgm:spPr/>
    </dgm:pt>
  </dgm:ptLst>
  <dgm:cxnLst>
    <dgm:cxn modelId="{DC141EB2-DF1F-3D42-AB7C-07A72D375A6F}" type="presOf" srcId="{7A5A1A50-D247-1144-8FC6-829FC2CE86E2}" destId="{7A2FB453-6728-F047-9F48-F8AF694EAF27}" srcOrd="0" destOrd="0" presId="urn:microsoft.com/office/officeart/2005/8/layout/hProcess9"/>
    <dgm:cxn modelId="{0DE720C2-EB89-1A43-A2CF-1DA402F0603D}" srcId="{04D2EBFE-5444-ED4A-A0DE-0265A609B637}" destId="{5B927E5B-B158-1A4E-82CE-FCB37C17BC4F}" srcOrd="0" destOrd="0" parTransId="{AD5C27C7-69EC-354E-8BC0-4E1B730EA298}" sibTransId="{6A1A300B-BF5B-7F44-86D5-A6A104EBCAE1}"/>
    <dgm:cxn modelId="{B37AB5C8-5A78-134E-8878-3A6B60C7BAC9}" type="presOf" srcId="{04D2EBFE-5444-ED4A-A0DE-0265A609B637}" destId="{2ED5EE51-00B6-0740-B891-F9BB3374A806}" srcOrd="0" destOrd="0" presId="urn:microsoft.com/office/officeart/2005/8/layout/hProcess9"/>
    <dgm:cxn modelId="{F9A65ED0-48B5-5D45-A6F6-D671BB61E38B}" srcId="{04D2EBFE-5444-ED4A-A0DE-0265A609B637}" destId="{CCBCEEFD-81F2-7349-B192-9BB00F389829}" srcOrd="1" destOrd="0" parTransId="{FC64181D-AE32-FE43-B010-BAE8096B6687}" sibTransId="{DB7895FC-99BD-274E-B7EE-615CC1B1C8DC}"/>
    <dgm:cxn modelId="{B9FC6DF0-97D2-2745-B6D8-F93B0A9F6A5C}" type="presOf" srcId="{CCBCEEFD-81F2-7349-B192-9BB00F389829}" destId="{91AA31C8-24F1-8B4F-99F1-826E6D6F54DC}" srcOrd="0" destOrd="0" presId="urn:microsoft.com/office/officeart/2005/8/layout/hProcess9"/>
    <dgm:cxn modelId="{249489F0-BFDA-AE4E-9658-58A9F841745D}" type="presOf" srcId="{5B927E5B-B158-1A4E-82CE-FCB37C17BC4F}" destId="{CE7D4728-7C7F-6D41-B078-705C2C899AC3}" srcOrd="0" destOrd="0" presId="urn:microsoft.com/office/officeart/2005/8/layout/hProcess9"/>
    <dgm:cxn modelId="{135843F2-9293-FB41-819B-758E12E6ED62}" srcId="{04D2EBFE-5444-ED4A-A0DE-0265A609B637}" destId="{7A5A1A50-D247-1144-8FC6-829FC2CE86E2}" srcOrd="2" destOrd="0" parTransId="{0C46EC39-8EEE-4E40-8144-789FAE7370A3}" sibTransId="{8F1E996E-D29B-4840-94D0-32D342A67563}"/>
    <dgm:cxn modelId="{5513720B-8B38-DE46-AEBB-6463640BE634}" type="presParOf" srcId="{2ED5EE51-00B6-0740-B891-F9BB3374A806}" destId="{FFBB7AA9-D2AF-7149-BAC2-14F15E11BB8B}" srcOrd="0" destOrd="0" presId="urn:microsoft.com/office/officeart/2005/8/layout/hProcess9"/>
    <dgm:cxn modelId="{58FB9630-9FCE-1E4D-8EB5-DF54D53F3EA4}" type="presParOf" srcId="{2ED5EE51-00B6-0740-B891-F9BB3374A806}" destId="{2F82F755-254D-CD45-8AF0-D8D4035BB0D7}" srcOrd="1" destOrd="0" presId="urn:microsoft.com/office/officeart/2005/8/layout/hProcess9"/>
    <dgm:cxn modelId="{36BB7ADD-40C6-124B-B48D-6FF42FE5452E}" type="presParOf" srcId="{2F82F755-254D-CD45-8AF0-D8D4035BB0D7}" destId="{CE7D4728-7C7F-6D41-B078-705C2C899AC3}" srcOrd="0" destOrd="0" presId="urn:microsoft.com/office/officeart/2005/8/layout/hProcess9"/>
    <dgm:cxn modelId="{F4F5B65F-87CA-EA4D-AF07-E5DACEB6A747}" type="presParOf" srcId="{2F82F755-254D-CD45-8AF0-D8D4035BB0D7}" destId="{E6953820-AB78-9147-9ACE-2BAD4C2A1EAE}" srcOrd="1" destOrd="0" presId="urn:microsoft.com/office/officeart/2005/8/layout/hProcess9"/>
    <dgm:cxn modelId="{26426190-FA3E-A543-945C-557E0137AFCA}" type="presParOf" srcId="{2F82F755-254D-CD45-8AF0-D8D4035BB0D7}" destId="{91AA31C8-24F1-8B4F-99F1-826E6D6F54DC}" srcOrd="2" destOrd="0" presId="urn:microsoft.com/office/officeart/2005/8/layout/hProcess9"/>
    <dgm:cxn modelId="{CAC80B37-3B2C-DC49-B526-C5C9FF6F1461}" type="presParOf" srcId="{2F82F755-254D-CD45-8AF0-D8D4035BB0D7}" destId="{C5D156B0-A0B4-3B4C-B880-F8879FB504A3}" srcOrd="3" destOrd="0" presId="urn:microsoft.com/office/officeart/2005/8/layout/hProcess9"/>
    <dgm:cxn modelId="{F194F423-EC48-B743-9A9F-4F6680CF4F70}" type="presParOf" srcId="{2F82F755-254D-CD45-8AF0-D8D4035BB0D7}" destId="{7A2FB453-6728-F047-9F48-F8AF694EAF27}"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D2EBFE-5444-ED4A-A0DE-0265A609B637}" type="doc">
      <dgm:prSet loTypeId="urn:microsoft.com/office/officeart/2005/8/layout/hProcess9" loCatId="" qsTypeId="urn:microsoft.com/office/officeart/2005/8/quickstyle/simple1" qsCatId="simple" csTypeId="urn:microsoft.com/office/officeart/2005/8/colors/accent1_2" csCatId="accent1" phldr="1"/>
      <dgm:spPr/>
      <dgm:t>
        <a:bodyPr/>
        <a:lstStyle/>
        <a:p>
          <a:endParaRPr lang="en-US"/>
        </a:p>
      </dgm:t>
    </dgm:pt>
    <dgm:pt modelId="{5B927E5B-B158-1A4E-82CE-FCB37C17BC4F}">
      <dgm:prSet phldrT="[Text]"/>
      <dgm:spPr>
        <a:solidFill>
          <a:schemeClr val="accent4">
            <a:lumMod val="60000"/>
            <a:lumOff val="40000"/>
            <a:alpha val="77000"/>
          </a:schemeClr>
        </a:solidFill>
      </dgm:spPr>
      <dgm:t>
        <a:bodyPr/>
        <a:lstStyle/>
        <a:p>
          <a:r>
            <a:rPr lang="en-US" dirty="0">
              <a:solidFill>
                <a:schemeClr val="tx1"/>
              </a:solidFill>
            </a:rPr>
            <a:t>Ensure that everyone you survey speaks English as well as you or even better than you.  Of course, your survey must take place entirely in English</a:t>
          </a:r>
        </a:p>
        <a:p>
          <a:endParaRPr lang="en-US" dirty="0">
            <a:solidFill>
              <a:schemeClr val="tx1"/>
            </a:solidFill>
          </a:endParaRPr>
        </a:p>
        <a:p>
          <a:r>
            <a:rPr lang="en-US" dirty="0">
              <a:solidFill>
                <a:schemeClr val="tx1"/>
              </a:solidFill>
            </a:rPr>
            <a:t>Record your surveys with your smartphone</a:t>
          </a:r>
        </a:p>
      </dgm:t>
    </dgm:pt>
    <dgm:pt modelId="{AD5C27C7-69EC-354E-8BC0-4E1B730EA298}" type="parTrans" cxnId="{0DE720C2-EB89-1A43-A2CF-1DA402F0603D}">
      <dgm:prSet/>
      <dgm:spPr/>
      <dgm:t>
        <a:bodyPr/>
        <a:lstStyle/>
        <a:p>
          <a:endParaRPr lang="en-US"/>
        </a:p>
      </dgm:t>
    </dgm:pt>
    <dgm:pt modelId="{6A1A300B-BF5B-7F44-86D5-A6A104EBCAE1}" type="sibTrans" cxnId="{0DE720C2-EB89-1A43-A2CF-1DA402F0603D}">
      <dgm:prSet/>
      <dgm:spPr/>
      <dgm:t>
        <a:bodyPr/>
        <a:lstStyle/>
        <a:p>
          <a:endParaRPr lang="en-US"/>
        </a:p>
      </dgm:t>
    </dgm:pt>
    <dgm:pt modelId="{CCBCEEFD-81F2-7349-B192-9BB00F389829}">
      <dgm:prSet phldrT="[Text]"/>
      <dgm:spPr>
        <a:solidFill>
          <a:schemeClr val="accent4">
            <a:lumMod val="60000"/>
            <a:lumOff val="40000"/>
            <a:alpha val="77000"/>
          </a:schemeClr>
        </a:solidFill>
      </dgm:spPr>
      <dgm:t>
        <a:bodyPr/>
        <a:lstStyle/>
        <a:p>
          <a:r>
            <a:rPr lang="en-US" dirty="0">
              <a:solidFill>
                <a:schemeClr val="tx1"/>
              </a:solidFill>
            </a:rPr>
            <a:t>Keep</a:t>
          </a:r>
          <a:r>
            <a:rPr lang="en-US" baseline="0" dirty="0">
              <a:solidFill>
                <a:schemeClr val="tx1"/>
              </a:solidFill>
            </a:rPr>
            <a:t> track of all names and answers on the table provided in your portfolios.</a:t>
          </a:r>
          <a:endParaRPr lang="en-US" dirty="0">
            <a:solidFill>
              <a:schemeClr val="tx1"/>
            </a:solidFill>
          </a:endParaRPr>
        </a:p>
      </dgm:t>
    </dgm:pt>
    <dgm:pt modelId="{FC64181D-AE32-FE43-B010-BAE8096B6687}" type="parTrans" cxnId="{F9A65ED0-48B5-5D45-A6F6-D671BB61E38B}">
      <dgm:prSet/>
      <dgm:spPr/>
      <dgm:t>
        <a:bodyPr/>
        <a:lstStyle/>
        <a:p>
          <a:endParaRPr lang="en-US"/>
        </a:p>
      </dgm:t>
    </dgm:pt>
    <dgm:pt modelId="{DB7895FC-99BD-274E-B7EE-615CC1B1C8DC}" type="sibTrans" cxnId="{F9A65ED0-48B5-5D45-A6F6-D671BB61E38B}">
      <dgm:prSet/>
      <dgm:spPr/>
      <dgm:t>
        <a:bodyPr/>
        <a:lstStyle/>
        <a:p>
          <a:endParaRPr lang="en-US"/>
        </a:p>
      </dgm:t>
    </dgm:pt>
    <dgm:pt modelId="{568300DC-BEFA-4544-8EEF-EAC47C03C15C}">
      <dgm:prSet phldrT="[Text]"/>
      <dgm:spPr>
        <a:solidFill>
          <a:schemeClr val="accent4">
            <a:lumMod val="60000"/>
            <a:lumOff val="40000"/>
            <a:alpha val="77000"/>
          </a:schemeClr>
        </a:solidFill>
      </dgm:spPr>
      <dgm:t>
        <a:bodyPr/>
        <a:lstStyle/>
        <a:p>
          <a:r>
            <a:rPr lang="en-US" dirty="0">
              <a:solidFill>
                <a:schemeClr val="tx1"/>
              </a:solidFill>
            </a:rPr>
            <a:t>Find 6 people to survey about their life balance.  These people should include friends, relatives, work colleagues, </a:t>
          </a:r>
          <a:r>
            <a:rPr lang="en-US" dirty="0" err="1">
              <a:solidFill>
                <a:schemeClr val="tx1"/>
              </a:solidFill>
            </a:rPr>
            <a:t>neighbours</a:t>
          </a:r>
          <a:r>
            <a:rPr lang="en-US" dirty="0">
              <a:solidFill>
                <a:schemeClr val="tx1"/>
              </a:solidFill>
            </a:rPr>
            <a:t>, etc.   Your respondents should represent a variety of relationships, ages, occupations, genders, etc.  </a:t>
          </a:r>
        </a:p>
      </dgm:t>
    </dgm:pt>
    <dgm:pt modelId="{F503929C-D28C-EF4A-B2F9-836920B9E06B}" type="parTrans" cxnId="{FD922CA2-EF90-3048-99B1-B5CAF28A7DD2}">
      <dgm:prSet/>
      <dgm:spPr/>
      <dgm:t>
        <a:bodyPr/>
        <a:lstStyle/>
        <a:p>
          <a:endParaRPr lang="en-US"/>
        </a:p>
      </dgm:t>
    </dgm:pt>
    <dgm:pt modelId="{A26862CB-5D09-8943-B127-61E3BEF7C98E}" type="sibTrans" cxnId="{FD922CA2-EF90-3048-99B1-B5CAF28A7DD2}">
      <dgm:prSet/>
      <dgm:spPr/>
      <dgm:t>
        <a:bodyPr/>
        <a:lstStyle/>
        <a:p>
          <a:endParaRPr lang="en-US"/>
        </a:p>
      </dgm:t>
    </dgm:pt>
    <dgm:pt modelId="{67981E43-6B16-514C-9D15-62F620E2AAB0}" type="pres">
      <dgm:prSet presAssocID="{04D2EBFE-5444-ED4A-A0DE-0265A609B637}" presName="CompostProcess" presStyleCnt="0">
        <dgm:presLayoutVars>
          <dgm:dir/>
          <dgm:resizeHandles val="exact"/>
        </dgm:presLayoutVars>
      </dgm:prSet>
      <dgm:spPr/>
    </dgm:pt>
    <dgm:pt modelId="{CC399BF5-EF2F-0F4B-8EDD-7A6905485C10}" type="pres">
      <dgm:prSet presAssocID="{04D2EBFE-5444-ED4A-A0DE-0265A609B637}" presName="arrow" presStyleLbl="bgShp" presStyleIdx="0" presStyleCnt="1" custScaleX="117647"/>
      <dgm:spPr>
        <a:solidFill>
          <a:schemeClr val="bg1">
            <a:lumMod val="65000"/>
            <a:alpha val="88000"/>
          </a:schemeClr>
        </a:solidFill>
      </dgm:spPr>
    </dgm:pt>
    <dgm:pt modelId="{D07D399A-E677-7441-97B7-17ABF87ACF7C}" type="pres">
      <dgm:prSet presAssocID="{04D2EBFE-5444-ED4A-A0DE-0265A609B637}" presName="linearProcess" presStyleCnt="0"/>
      <dgm:spPr/>
    </dgm:pt>
    <dgm:pt modelId="{740FE265-ABE2-B545-BE1B-19CC910BF613}" type="pres">
      <dgm:prSet presAssocID="{568300DC-BEFA-4544-8EEF-EAC47C03C15C}" presName="textNode" presStyleLbl="node1" presStyleIdx="0" presStyleCnt="3">
        <dgm:presLayoutVars>
          <dgm:bulletEnabled val="1"/>
        </dgm:presLayoutVars>
      </dgm:prSet>
      <dgm:spPr/>
    </dgm:pt>
    <dgm:pt modelId="{5404784A-EB1A-404A-A1FD-43D6EEF04E4E}" type="pres">
      <dgm:prSet presAssocID="{A26862CB-5D09-8943-B127-61E3BEF7C98E}" presName="sibTrans" presStyleCnt="0"/>
      <dgm:spPr/>
    </dgm:pt>
    <dgm:pt modelId="{F50A5AF4-D490-604E-A573-CBD15A1D47C2}" type="pres">
      <dgm:prSet presAssocID="{5B927E5B-B158-1A4E-82CE-FCB37C17BC4F}" presName="textNode" presStyleLbl="node1" presStyleIdx="1" presStyleCnt="3">
        <dgm:presLayoutVars>
          <dgm:bulletEnabled val="1"/>
        </dgm:presLayoutVars>
      </dgm:prSet>
      <dgm:spPr/>
    </dgm:pt>
    <dgm:pt modelId="{7FDCC797-4A24-DF4C-8AA6-BB589D85119B}" type="pres">
      <dgm:prSet presAssocID="{6A1A300B-BF5B-7F44-86D5-A6A104EBCAE1}" presName="sibTrans" presStyleCnt="0"/>
      <dgm:spPr/>
    </dgm:pt>
    <dgm:pt modelId="{49185B90-BF34-2843-8814-0DB1C1E08414}" type="pres">
      <dgm:prSet presAssocID="{CCBCEEFD-81F2-7349-B192-9BB00F389829}" presName="textNode" presStyleLbl="node1" presStyleIdx="2" presStyleCnt="3">
        <dgm:presLayoutVars>
          <dgm:bulletEnabled val="1"/>
        </dgm:presLayoutVars>
      </dgm:prSet>
      <dgm:spPr/>
    </dgm:pt>
  </dgm:ptLst>
  <dgm:cxnLst>
    <dgm:cxn modelId="{4187A62E-0C54-494F-91A2-48491C1B8FF8}" type="presOf" srcId="{CCBCEEFD-81F2-7349-B192-9BB00F389829}" destId="{49185B90-BF34-2843-8814-0DB1C1E08414}" srcOrd="0" destOrd="0" presId="urn:microsoft.com/office/officeart/2005/8/layout/hProcess9"/>
    <dgm:cxn modelId="{04BCE333-7B30-494C-AAAF-A8BC83226F03}" type="presOf" srcId="{568300DC-BEFA-4544-8EEF-EAC47C03C15C}" destId="{740FE265-ABE2-B545-BE1B-19CC910BF613}" srcOrd="0" destOrd="0" presId="urn:microsoft.com/office/officeart/2005/8/layout/hProcess9"/>
    <dgm:cxn modelId="{FD922CA2-EF90-3048-99B1-B5CAF28A7DD2}" srcId="{04D2EBFE-5444-ED4A-A0DE-0265A609B637}" destId="{568300DC-BEFA-4544-8EEF-EAC47C03C15C}" srcOrd="0" destOrd="0" parTransId="{F503929C-D28C-EF4A-B2F9-836920B9E06B}" sibTransId="{A26862CB-5D09-8943-B127-61E3BEF7C98E}"/>
    <dgm:cxn modelId="{0DE720C2-EB89-1A43-A2CF-1DA402F0603D}" srcId="{04D2EBFE-5444-ED4A-A0DE-0265A609B637}" destId="{5B927E5B-B158-1A4E-82CE-FCB37C17BC4F}" srcOrd="1" destOrd="0" parTransId="{AD5C27C7-69EC-354E-8BC0-4E1B730EA298}" sibTransId="{6A1A300B-BF5B-7F44-86D5-A6A104EBCAE1}"/>
    <dgm:cxn modelId="{F0A541C2-3460-E041-9670-6C2E662E7EC3}" type="presOf" srcId="{04D2EBFE-5444-ED4A-A0DE-0265A609B637}" destId="{67981E43-6B16-514C-9D15-62F620E2AAB0}" srcOrd="0" destOrd="0" presId="urn:microsoft.com/office/officeart/2005/8/layout/hProcess9"/>
    <dgm:cxn modelId="{9FCCE0C4-11F4-F24B-B328-2D824B71CEE4}" type="presOf" srcId="{5B927E5B-B158-1A4E-82CE-FCB37C17BC4F}" destId="{F50A5AF4-D490-604E-A573-CBD15A1D47C2}" srcOrd="0" destOrd="0" presId="urn:microsoft.com/office/officeart/2005/8/layout/hProcess9"/>
    <dgm:cxn modelId="{F9A65ED0-48B5-5D45-A6F6-D671BB61E38B}" srcId="{04D2EBFE-5444-ED4A-A0DE-0265A609B637}" destId="{CCBCEEFD-81F2-7349-B192-9BB00F389829}" srcOrd="2" destOrd="0" parTransId="{FC64181D-AE32-FE43-B010-BAE8096B6687}" sibTransId="{DB7895FC-99BD-274E-B7EE-615CC1B1C8DC}"/>
    <dgm:cxn modelId="{F4275F83-28F7-1141-9DC2-932DE5F727D9}" type="presParOf" srcId="{67981E43-6B16-514C-9D15-62F620E2AAB0}" destId="{CC399BF5-EF2F-0F4B-8EDD-7A6905485C10}" srcOrd="0" destOrd="0" presId="urn:microsoft.com/office/officeart/2005/8/layout/hProcess9"/>
    <dgm:cxn modelId="{920A554E-4D61-3340-BFEC-F39740DE18F9}" type="presParOf" srcId="{67981E43-6B16-514C-9D15-62F620E2AAB0}" destId="{D07D399A-E677-7441-97B7-17ABF87ACF7C}" srcOrd="1" destOrd="0" presId="urn:microsoft.com/office/officeart/2005/8/layout/hProcess9"/>
    <dgm:cxn modelId="{A9CA46B6-3AA5-0240-89E1-ED78862263DA}" type="presParOf" srcId="{D07D399A-E677-7441-97B7-17ABF87ACF7C}" destId="{740FE265-ABE2-B545-BE1B-19CC910BF613}" srcOrd="0" destOrd="0" presId="urn:microsoft.com/office/officeart/2005/8/layout/hProcess9"/>
    <dgm:cxn modelId="{D652D79A-2621-D54C-9788-C142C0F8691A}" type="presParOf" srcId="{D07D399A-E677-7441-97B7-17ABF87ACF7C}" destId="{5404784A-EB1A-404A-A1FD-43D6EEF04E4E}" srcOrd="1" destOrd="0" presId="urn:microsoft.com/office/officeart/2005/8/layout/hProcess9"/>
    <dgm:cxn modelId="{F8EBACB0-660E-6F4F-905E-6FA7956F3DB8}" type="presParOf" srcId="{D07D399A-E677-7441-97B7-17ABF87ACF7C}" destId="{F50A5AF4-D490-604E-A573-CBD15A1D47C2}" srcOrd="2" destOrd="0" presId="urn:microsoft.com/office/officeart/2005/8/layout/hProcess9"/>
    <dgm:cxn modelId="{10307446-048D-C348-B5A7-BDAD0CCA82C7}" type="presParOf" srcId="{D07D399A-E677-7441-97B7-17ABF87ACF7C}" destId="{7FDCC797-4A24-DF4C-8AA6-BB589D85119B}" srcOrd="3" destOrd="0" presId="urn:microsoft.com/office/officeart/2005/8/layout/hProcess9"/>
    <dgm:cxn modelId="{327EC546-D183-F34D-AEE7-8D54B441DAE8}" type="presParOf" srcId="{D07D399A-E677-7441-97B7-17ABF87ACF7C}" destId="{49185B90-BF34-2843-8814-0DB1C1E08414}"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4D2EBFE-5444-ED4A-A0DE-0265A609B637}" type="doc">
      <dgm:prSet loTypeId="urn:microsoft.com/office/officeart/2005/8/layout/hProcess9" loCatId="" qsTypeId="urn:microsoft.com/office/officeart/2005/8/quickstyle/simple1" qsCatId="simple" csTypeId="urn:microsoft.com/office/officeart/2005/8/colors/accent1_2" csCatId="accent1" phldr="1"/>
      <dgm:spPr/>
      <dgm:t>
        <a:bodyPr/>
        <a:lstStyle/>
        <a:p>
          <a:endParaRPr lang="en-US"/>
        </a:p>
      </dgm:t>
    </dgm:pt>
    <dgm:pt modelId="{5B927E5B-B158-1A4E-82CE-FCB37C17BC4F}">
      <dgm:prSet phldrT="[Text]"/>
      <dgm:spPr>
        <a:solidFill>
          <a:schemeClr val="accent4">
            <a:lumMod val="60000"/>
            <a:lumOff val="40000"/>
            <a:alpha val="77000"/>
          </a:schemeClr>
        </a:solidFill>
      </dgm:spPr>
      <dgm:t>
        <a:bodyPr/>
        <a:lstStyle/>
        <a:p>
          <a:r>
            <a:rPr lang="en-US" dirty="0">
              <a:solidFill>
                <a:schemeClr val="tx1"/>
              </a:solidFill>
            </a:rPr>
            <a:t>If you are planning to present alone, your presentation will be about the results of 6 surveys.  If you are working with a partner, it will be about 12. </a:t>
          </a:r>
        </a:p>
      </dgm:t>
    </dgm:pt>
    <dgm:pt modelId="{AD5C27C7-69EC-354E-8BC0-4E1B730EA298}" type="parTrans" cxnId="{0DE720C2-EB89-1A43-A2CF-1DA402F0603D}">
      <dgm:prSet/>
      <dgm:spPr/>
      <dgm:t>
        <a:bodyPr/>
        <a:lstStyle/>
        <a:p>
          <a:endParaRPr lang="en-US"/>
        </a:p>
      </dgm:t>
    </dgm:pt>
    <dgm:pt modelId="{6A1A300B-BF5B-7F44-86D5-A6A104EBCAE1}" type="sibTrans" cxnId="{0DE720C2-EB89-1A43-A2CF-1DA402F0603D}">
      <dgm:prSet/>
      <dgm:spPr/>
      <dgm:t>
        <a:bodyPr/>
        <a:lstStyle/>
        <a:p>
          <a:endParaRPr lang="en-US"/>
        </a:p>
      </dgm:t>
    </dgm:pt>
    <dgm:pt modelId="{CCBCEEFD-81F2-7349-B192-9BB00F389829}">
      <dgm:prSet phldrT="[Text]"/>
      <dgm:spPr>
        <a:solidFill>
          <a:schemeClr val="accent4">
            <a:lumMod val="60000"/>
            <a:lumOff val="40000"/>
            <a:alpha val="77000"/>
          </a:schemeClr>
        </a:solidFill>
      </dgm:spPr>
      <dgm:t>
        <a:bodyPr/>
        <a:lstStyle/>
        <a:p>
          <a:r>
            <a:rPr lang="en-US" dirty="0">
              <a:solidFill>
                <a:schemeClr val="tx1"/>
              </a:solidFill>
            </a:rPr>
            <a:t>Prepare a 1 to 2 minute sample of your recordings for evaluation.  Submit to Teams after your presentation.</a:t>
          </a:r>
        </a:p>
        <a:p>
          <a:endParaRPr lang="en-US" dirty="0">
            <a:solidFill>
              <a:schemeClr val="tx1"/>
            </a:solidFill>
          </a:endParaRPr>
        </a:p>
        <a:p>
          <a:r>
            <a:rPr lang="en-US" dirty="0">
              <a:solidFill>
                <a:schemeClr val="tx1"/>
              </a:solidFill>
            </a:rPr>
            <a:t>Add results of your survey to your Teams portfolio</a:t>
          </a:r>
        </a:p>
      </dgm:t>
    </dgm:pt>
    <dgm:pt modelId="{FC64181D-AE32-FE43-B010-BAE8096B6687}" type="parTrans" cxnId="{F9A65ED0-48B5-5D45-A6F6-D671BB61E38B}">
      <dgm:prSet/>
      <dgm:spPr/>
      <dgm:t>
        <a:bodyPr/>
        <a:lstStyle/>
        <a:p>
          <a:endParaRPr lang="en-US"/>
        </a:p>
      </dgm:t>
    </dgm:pt>
    <dgm:pt modelId="{DB7895FC-99BD-274E-B7EE-615CC1B1C8DC}" type="sibTrans" cxnId="{F9A65ED0-48B5-5D45-A6F6-D671BB61E38B}">
      <dgm:prSet/>
      <dgm:spPr/>
      <dgm:t>
        <a:bodyPr/>
        <a:lstStyle/>
        <a:p>
          <a:endParaRPr lang="en-US"/>
        </a:p>
      </dgm:t>
    </dgm:pt>
    <dgm:pt modelId="{568300DC-BEFA-4544-8EEF-EAC47C03C15C}">
      <dgm:prSet phldrT="[Text]"/>
      <dgm:spPr>
        <a:solidFill>
          <a:schemeClr val="accent4">
            <a:lumMod val="60000"/>
            <a:lumOff val="40000"/>
            <a:alpha val="77000"/>
          </a:schemeClr>
        </a:solidFill>
      </dgm:spPr>
      <dgm:t>
        <a:bodyPr/>
        <a:lstStyle/>
        <a:p>
          <a:r>
            <a:rPr lang="en-US" dirty="0">
              <a:solidFill>
                <a:schemeClr val="tx1"/>
              </a:solidFill>
            </a:rPr>
            <a:t>Compile</a:t>
          </a:r>
          <a:r>
            <a:rPr lang="en-US" baseline="0" dirty="0">
              <a:solidFill>
                <a:schemeClr val="tx1"/>
              </a:solidFill>
            </a:rPr>
            <a:t> your results and come to some conclusions about life balance.</a:t>
          </a:r>
          <a:r>
            <a:rPr lang="en-US" baseline="0" dirty="0"/>
            <a:t>.  </a:t>
          </a:r>
          <a:endParaRPr lang="en-US" dirty="0"/>
        </a:p>
      </dgm:t>
    </dgm:pt>
    <dgm:pt modelId="{F503929C-D28C-EF4A-B2F9-836920B9E06B}" type="parTrans" cxnId="{FD922CA2-EF90-3048-99B1-B5CAF28A7DD2}">
      <dgm:prSet/>
      <dgm:spPr/>
      <dgm:t>
        <a:bodyPr/>
        <a:lstStyle/>
        <a:p>
          <a:endParaRPr lang="en-US"/>
        </a:p>
      </dgm:t>
    </dgm:pt>
    <dgm:pt modelId="{A26862CB-5D09-8943-B127-61E3BEF7C98E}" type="sibTrans" cxnId="{FD922CA2-EF90-3048-99B1-B5CAF28A7DD2}">
      <dgm:prSet/>
      <dgm:spPr/>
      <dgm:t>
        <a:bodyPr/>
        <a:lstStyle/>
        <a:p>
          <a:endParaRPr lang="en-US"/>
        </a:p>
      </dgm:t>
    </dgm:pt>
    <dgm:pt modelId="{A9AB914C-B2F7-594D-8294-3E966D04D7FA}" type="pres">
      <dgm:prSet presAssocID="{04D2EBFE-5444-ED4A-A0DE-0265A609B637}" presName="CompostProcess" presStyleCnt="0">
        <dgm:presLayoutVars>
          <dgm:dir/>
          <dgm:resizeHandles val="exact"/>
        </dgm:presLayoutVars>
      </dgm:prSet>
      <dgm:spPr/>
    </dgm:pt>
    <dgm:pt modelId="{94409B9D-592D-5B40-BED4-5151969128BC}" type="pres">
      <dgm:prSet presAssocID="{04D2EBFE-5444-ED4A-A0DE-0265A609B637}" presName="arrow" presStyleLbl="bgShp" presStyleIdx="0" presStyleCnt="1" custScaleX="117647"/>
      <dgm:spPr>
        <a:solidFill>
          <a:schemeClr val="bg1">
            <a:lumMod val="65000"/>
            <a:alpha val="88000"/>
          </a:schemeClr>
        </a:solidFill>
      </dgm:spPr>
    </dgm:pt>
    <dgm:pt modelId="{09783773-60E2-BB40-86C5-939D6F0D1DDC}" type="pres">
      <dgm:prSet presAssocID="{04D2EBFE-5444-ED4A-A0DE-0265A609B637}" presName="linearProcess" presStyleCnt="0"/>
      <dgm:spPr/>
    </dgm:pt>
    <dgm:pt modelId="{377EF960-8652-EF42-9666-51B1B08705BC}" type="pres">
      <dgm:prSet presAssocID="{568300DC-BEFA-4544-8EEF-EAC47C03C15C}" presName="textNode" presStyleLbl="node1" presStyleIdx="0" presStyleCnt="3">
        <dgm:presLayoutVars>
          <dgm:bulletEnabled val="1"/>
        </dgm:presLayoutVars>
      </dgm:prSet>
      <dgm:spPr/>
    </dgm:pt>
    <dgm:pt modelId="{3749E2DB-1B45-4245-97E8-5987644A46CA}" type="pres">
      <dgm:prSet presAssocID="{A26862CB-5D09-8943-B127-61E3BEF7C98E}" presName="sibTrans" presStyleCnt="0"/>
      <dgm:spPr/>
    </dgm:pt>
    <dgm:pt modelId="{4C098F4C-02AD-804F-B27E-85DD6AC24503}" type="pres">
      <dgm:prSet presAssocID="{5B927E5B-B158-1A4E-82CE-FCB37C17BC4F}" presName="textNode" presStyleLbl="node1" presStyleIdx="1" presStyleCnt="3">
        <dgm:presLayoutVars>
          <dgm:bulletEnabled val="1"/>
        </dgm:presLayoutVars>
      </dgm:prSet>
      <dgm:spPr/>
    </dgm:pt>
    <dgm:pt modelId="{F66C6564-E0C6-FD46-A018-55924C650A19}" type="pres">
      <dgm:prSet presAssocID="{6A1A300B-BF5B-7F44-86D5-A6A104EBCAE1}" presName="sibTrans" presStyleCnt="0"/>
      <dgm:spPr/>
    </dgm:pt>
    <dgm:pt modelId="{AEC0A394-261F-5F41-8A4F-87B966A1E93C}" type="pres">
      <dgm:prSet presAssocID="{CCBCEEFD-81F2-7349-B192-9BB00F389829}" presName="textNode" presStyleLbl="node1" presStyleIdx="2" presStyleCnt="3">
        <dgm:presLayoutVars>
          <dgm:bulletEnabled val="1"/>
        </dgm:presLayoutVars>
      </dgm:prSet>
      <dgm:spPr/>
    </dgm:pt>
  </dgm:ptLst>
  <dgm:cxnLst>
    <dgm:cxn modelId="{02CCB200-C1EA-654B-99E4-A275E9C734E3}" type="presOf" srcId="{CCBCEEFD-81F2-7349-B192-9BB00F389829}" destId="{AEC0A394-261F-5F41-8A4F-87B966A1E93C}" srcOrd="0" destOrd="0" presId="urn:microsoft.com/office/officeart/2005/8/layout/hProcess9"/>
    <dgm:cxn modelId="{394D207E-C2A4-C84D-9673-53D3860362B0}" type="presOf" srcId="{04D2EBFE-5444-ED4A-A0DE-0265A609B637}" destId="{A9AB914C-B2F7-594D-8294-3E966D04D7FA}" srcOrd="0" destOrd="0" presId="urn:microsoft.com/office/officeart/2005/8/layout/hProcess9"/>
    <dgm:cxn modelId="{568F6280-FEB0-E44B-800E-890D03CA8E4C}" type="presOf" srcId="{5B927E5B-B158-1A4E-82CE-FCB37C17BC4F}" destId="{4C098F4C-02AD-804F-B27E-85DD6AC24503}" srcOrd="0" destOrd="0" presId="urn:microsoft.com/office/officeart/2005/8/layout/hProcess9"/>
    <dgm:cxn modelId="{FD922CA2-EF90-3048-99B1-B5CAF28A7DD2}" srcId="{04D2EBFE-5444-ED4A-A0DE-0265A609B637}" destId="{568300DC-BEFA-4544-8EEF-EAC47C03C15C}" srcOrd="0" destOrd="0" parTransId="{F503929C-D28C-EF4A-B2F9-836920B9E06B}" sibTransId="{A26862CB-5D09-8943-B127-61E3BEF7C98E}"/>
    <dgm:cxn modelId="{4617D5AB-AD76-4649-9098-90C52D49F24B}" type="presOf" srcId="{568300DC-BEFA-4544-8EEF-EAC47C03C15C}" destId="{377EF960-8652-EF42-9666-51B1B08705BC}" srcOrd="0" destOrd="0" presId="urn:microsoft.com/office/officeart/2005/8/layout/hProcess9"/>
    <dgm:cxn modelId="{0DE720C2-EB89-1A43-A2CF-1DA402F0603D}" srcId="{04D2EBFE-5444-ED4A-A0DE-0265A609B637}" destId="{5B927E5B-B158-1A4E-82CE-FCB37C17BC4F}" srcOrd="1" destOrd="0" parTransId="{AD5C27C7-69EC-354E-8BC0-4E1B730EA298}" sibTransId="{6A1A300B-BF5B-7F44-86D5-A6A104EBCAE1}"/>
    <dgm:cxn modelId="{F9A65ED0-48B5-5D45-A6F6-D671BB61E38B}" srcId="{04D2EBFE-5444-ED4A-A0DE-0265A609B637}" destId="{CCBCEEFD-81F2-7349-B192-9BB00F389829}" srcOrd="2" destOrd="0" parTransId="{FC64181D-AE32-FE43-B010-BAE8096B6687}" sibTransId="{DB7895FC-99BD-274E-B7EE-615CC1B1C8DC}"/>
    <dgm:cxn modelId="{081BC1D8-ABBF-B144-8E69-B8FDB5E659EA}" type="presParOf" srcId="{A9AB914C-B2F7-594D-8294-3E966D04D7FA}" destId="{94409B9D-592D-5B40-BED4-5151969128BC}" srcOrd="0" destOrd="0" presId="urn:microsoft.com/office/officeart/2005/8/layout/hProcess9"/>
    <dgm:cxn modelId="{9950FC4F-DF44-DD47-BCDD-9265711207F3}" type="presParOf" srcId="{A9AB914C-B2F7-594D-8294-3E966D04D7FA}" destId="{09783773-60E2-BB40-86C5-939D6F0D1DDC}" srcOrd="1" destOrd="0" presId="urn:microsoft.com/office/officeart/2005/8/layout/hProcess9"/>
    <dgm:cxn modelId="{58003AE3-1636-7E4C-9067-6239BB0D5919}" type="presParOf" srcId="{09783773-60E2-BB40-86C5-939D6F0D1DDC}" destId="{377EF960-8652-EF42-9666-51B1B08705BC}" srcOrd="0" destOrd="0" presId="urn:microsoft.com/office/officeart/2005/8/layout/hProcess9"/>
    <dgm:cxn modelId="{1EC37058-D44B-FC47-BCF4-C8594A43E2FC}" type="presParOf" srcId="{09783773-60E2-BB40-86C5-939D6F0D1DDC}" destId="{3749E2DB-1B45-4245-97E8-5987644A46CA}" srcOrd="1" destOrd="0" presId="urn:microsoft.com/office/officeart/2005/8/layout/hProcess9"/>
    <dgm:cxn modelId="{AEFCBC3B-8800-BD46-A43B-7C5C9A1E1BC1}" type="presParOf" srcId="{09783773-60E2-BB40-86C5-939D6F0D1DDC}" destId="{4C098F4C-02AD-804F-B27E-85DD6AC24503}" srcOrd="2" destOrd="0" presId="urn:microsoft.com/office/officeart/2005/8/layout/hProcess9"/>
    <dgm:cxn modelId="{B994B4A5-4E9B-504B-B0F1-3182C4FAFBC0}" type="presParOf" srcId="{09783773-60E2-BB40-86C5-939D6F0D1DDC}" destId="{F66C6564-E0C6-FD46-A018-55924C650A19}" srcOrd="3" destOrd="0" presId="urn:microsoft.com/office/officeart/2005/8/layout/hProcess9"/>
    <dgm:cxn modelId="{C844238F-6CA1-084D-8A46-80E17A60A93D}" type="presParOf" srcId="{09783773-60E2-BB40-86C5-939D6F0D1DDC}" destId="{AEC0A394-261F-5F41-8A4F-87B966A1E93C}"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4D2EBFE-5444-ED4A-A0DE-0265A609B637}" type="doc">
      <dgm:prSet loTypeId="urn:microsoft.com/office/officeart/2005/8/layout/hProcess9" loCatId="" qsTypeId="urn:microsoft.com/office/officeart/2005/8/quickstyle/simple1" qsCatId="simple" csTypeId="urn:microsoft.com/office/officeart/2005/8/colors/accent1_2" csCatId="accent1" phldr="1"/>
      <dgm:spPr/>
      <dgm:t>
        <a:bodyPr/>
        <a:lstStyle/>
        <a:p>
          <a:endParaRPr lang="en-US"/>
        </a:p>
      </dgm:t>
    </dgm:pt>
    <dgm:pt modelId="{568300DC-BEFA-4544-8EEF-EAC47C03C15C}">
      <dgm:prSet phldrT="[Text]"/>
      <dgm:spPr>
        <a:solidFill>
          <a:schemeClr val="accent4">
            <a:lumMod val="60000"/>
            <a:lumOff val="40000"/>
            <a:alpha val="77000"/>
          </a:schemeClr>
        </a:solidFill>
      </dgm:spPr>
      <dgm:t>
        <a:bodyPr/>
        <a:lstStyle/>
        <a:p>
          <a:r>
            <a:rPr lang="en-US" baseline="0" dirty="0">
              <a:solidFill>
                <a:schemeClr val="tx1"/>
              </a:solidFill>
            </a:rPr>
            <a:t>Prepare your presentation.  Refer to details  on Teams, under “assignments.”  </a:t>
          </a:r>
          <a:endParaRPr lang="en-US" dirty="0">
            <a:solidFill>
              <a:schemeClr val="tx1"/>
            </a:solidFill>
          </a:endParaRPr>
        </a:p>
      </dgm:t>
    </dgm:pt>
    <dgm:pt modelId="{F503929C-D28C-EF4A-B2F9-836920B9E06B}" type="parTrans" cxnId="{FD922CA2-EF90-3048-99B1-B5CAF28A7DD2}">
      <dgm:prSet/>
      <dgm:spPr/>
      <dgm:t>
        <a:bodyPr/>
        <a:lstStyle/>
        <a:p>
          <a:endParaRPr lang="en-US"/>
        </a:p>
      </dgm:t>
    </dgm:pt>
    <dgm:pt modelId="{A26862CB-5D09-8943-B127-61E3BEF7C98E}" type="sibTrans" cxnId="{FD922CA2-EF90-3048-99B1-B5CAF28A7DD2}">
      <dgm:prSet/>
      <dgm:spPr/>
      <dgm:t>
        <a:bodyPr/>
        <a:lstStyle/>
        <a:p>
          <a:endParaRPr lang="en-US"/>
        </a:p>
      </dgm:t>
    </dgm:pt>
    <dgm:pt modelId="{31B6015C-46B1-734A-A8B2-54E402AB42E7}" type="pres">
      <dgm:prSet presAssocID="{04D2EBFE-5444-ED4A-A0DE-0265A609B637}" presName="CompostProcess" presStyleCnt="0">
        <dgm:presLayoutVars>
          <dgm:dir/>
          <dgm:resizeHandles val="exact"/>
        </dgm:presLayoutVars>
      </dgm:prSet>
      <dgm:spPr/>
    </dgm:pt>
    <dgm:pt modelId="{603A5C9F-B712-7146-AC2C-AD70D56EC262}" type="pres">
      <dgm:prSet presAssocID="{04D2EBFE-5444-ED4A-A0DE-0265A609B637}" presName="arrow" presStyleLbl="bgShp" presStyleIdx="0" presStyleCnt="1" custScaleX="117647"/>
      <dgm:spPr>
        <a:solidFill>
          <a:schemeClr val="bg1">
            <a:lumMod val="65000"/>
            <a:alpha val="88000"/>
          </a:schemeClr>
        </a:solidFill>
      </dgm:spPr>
    </dgm:pt>
    <dgm:pt modelId="{6C2AD7E8-09A6-3947-8C67-81FD55F577CD}" type="pres">
      <dgm:prSet presAssocID="{04D2EBFE-5444-ED4A-A0DE-0265A609B637}" presName="linearProcess" presStyleCnt="0"/>
      <dgm:spPr/>
    </dgm:pt>
    <dgm:pt modelId="{3430D709-0DD5-D44F-9D73-C155C77F9BDB}" type="pres">
      <dgm:prSet presAssocID="{568300DC-BEFA-4544-8EEF-EAC47C03C15C}" presName="textNode" presStyleLbl="node1" presStyleIdx="0" presStyleCnt="1">
        <dgm:presLayoutVars>
          <dgm:bulletEnabled val="1"/>
        </dgm:presLayoutVars>
      </dgm:prSet>
      <dgm:spPr/>
    </dgm:pt>
  </dgm:ptLst>
  <dgm:cxnLst>
    <dgm:cxn modelId="{FD922CA2-EF90-3048-99B1-B5CAF28A7DD2}" srcId="{04D2EBFE-5444-ED4A-A0DE-0265A609B637}" destId="{568300DC-BEFA-4544-8EEF-EAC47C03C15C}" srcOrd="0" destOrd="0" parTransId="{F503929C-D28C-EF4A-B2F9-836920B9E06B}" sibTransId="{A26862CB-5D09-8943-B127-61E3BEF7C98E}"/>
    <dgm:cxn modelId="{BA48EEC6-66FE-AD4C-8FCB-5229E9E7F4DC}" type="presOf" srcId="{568300DC-BEFA-4544-8EEF-EAC47C03C15C}" destId="{3430D709-0DD5-D44F-9D73-C155C77F9BDB}" srcOrd="0" destOrd="0" presId="urn:microsoft.com/office/officeart/2005/8/layout/hProcess9"/>
    <dgm:cxn modelId="{E38CCBFA-EDA5-6D42-8AA2-742A2FA465FC}" type="presOf" srcId="{04D2EBFE-5444-ED4A-A0DE-0265A609B637}" destId="{31B6015C-46B1-734A-A8B2-54E402AB42E7}" srcOrd="0" destOrd="0" presId="urn:microsoft.com/office/officeart/2005/8/layout/hProcess9"/>
    <dgm:cxn modelId="{5B600329-6BA0-3548-B81D-116A1BDCB89E}" type="presParOf" srcId="{31B6015C-46B1-734A-A8B2-54E402AB42E7}" destId="{603A5C9F-B712-7146-AC2C-AD70D56EC262}" srcOrd="0" destOrd="0" presId="urn:microsoft.com/office/officeart/2005/8/layout/hProcess9"/>
    <dgm:cxn modelId="{E5FA516E-DDD4-7043-B733-55A1607CE1A6}" type="presParOf" srcId="{31B6015C-46B1-734A-A8B2-54E402AB42E7}" destId="{6C2AD7E8-09A6-3947-8C67-81FD55F577CD}" srcOrd="1" destOrd="0" presId="urn:microsoft.com/office/officeart/2005/8/layout/hProcess9"/>
    <dgm:cxn modelId="{84581AFA-D421-2043-9AF8-B3A01FFA9498}" type="presParOf" srcId="{6C2AD7E8-09A6-3947-8C67-81FD55F577CD}" destId="{3430D709-0DD5-D44F-9D73-C155C77F9BDB}" srcOrd="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4D2EBFE-5444-ED4A-A0DE-0265A609B637}" type="doc">
      <dgm:prSet loTypeId="urn:microsoft.com/office/officeart/2005/8/layout/hProcess9" loCatId="" qsTypeId="urn:microsoft.com/office/officeart/2005/8/quickstyle/simple1" qsCatId="simple" csTypeId="urn:microsoft.com/office/officeart/2005/8/colors/accent1_2" csCatId="accent1" phldr="1"/>
      <dgm:spPr/>
      <dgm:t>
        <a:bodyPr/>
        <a:lstStyle/>
        <a:p>
          <a:endParaRPr lang="en-US"/>
        </a:p>
      </dgm:t>
    </dgm:pt>
    <dgm:pt modelId="{5B927E5B-B158-1A4E-82CE-FCB37C17BC4F}">
      <dgm:prSet phldrT="[Text]"/>
      <dgm:spPr>
        <a:solidFill>
          <a:schemeClr val="accent4">
            <a:lumMod val="60000"/>
            <a:lumOff val="40000"/>
            <a:alpha val="77000"/>
          </a:schemeClr>
        </a:solidFill>
      </dgm:spPr>
      <dgm:t>
        <a:bodyPr/>
        <a:lstStyle/>
        <a:p>
          <a:r>
            <a:rPr lang="en-US" dirty="0">
              <a:solidFill>
                <a:schemeClr val="tx1"/>
              </a:solidFill>
            </a:rPr>
            <a:t>Present either alone or with your partner.</a:t>
          </a:r>
        </a:p>
      </dgm:t>
    </dgm:pt>
    <dgm:pt modelId="{AD5C27C7-69EC-354E-8BC0-4E1B730EA298}" type="parTrans" cxnId="{0DE720C2-EB89-1A43-A2CF-1DA402F0603D}">
      <dgm:prSet/>
      <dgm:spPr/>
      <dgm:t>
        <a:bodyPr/>
        <a:lstStyle/>
        <a:p>
          <a:endParaRPr lang="en-US"/>
        </a:p>
      </dgm:t>
    </dgm:pt>
    <dgm:pt modelId="{6A1A300B-BF5B-7F44-86D5-A6A104EBCAE1}" type="sibTrans" cxnId="{0DE720C2-EB89-1A43-A2CF-1DA402F0603D}">
      <dgm:prSet/>
      <dgm:spPr/>
      <dgm:t>
        <a:bodyPr/>
        <a:lstStyle/>
        <a:p>
          <a:endParaRPr lang="en-US"/>
        </a:p>
      </dgm:t>
    </dgm:pt>
    <dgm:pt modelId="{CCBCEEFD-81F2-7349-B192-9BB00F389829}">
      <dgm:prSet phldrT="[Text]"/>
      <dgm:spPr>
        <a:solidFill>
          <a:schemeClr val="accent4">
            <a:lumMod val="60000"/>
            <a:lumOff val="40000"/>
            <a:alpha val="77000"/>
          </a:schemeClr>
        </a:solidFill>
      </dgm:spPr>
      <dgm:t>
        <a:bodyPr/>
        <a:lstStyle/>
        <a:p>
          <a:r>
            <a:rPr lang="en-US" dirty="0">
              <a:solidFill>
                <a:schemeClr val="tx1"/>
              </a:solidFill>
            </a:rPr>
            <a:t>Listen</a:t>
          </a:r>
          <a:r>
            <a:rPr lang="en-US" baseline="0" dirty="0">
              <a:solidFill>
                <a:schemeClr val="tx1"/>
              </a:solidFill>
            </a:rPr>
            <a:t> to the presentations of two other people and give feedback</a:t>
          </a:r>
          <a:endParaRPr lang="en-US" dirty="0">
            <a:solidFill>
              <a:schemeClr val="tx1"/>
            </a:solidFill>
          </a:endParaRPr>
        </a:p>
      </dgm:t>
    </dgm:pt>
    <dgm:pt modelId="{FC64181D-AE32-FE43-B010-BAE8096B6687}" type="parTrans" cxnId="{F9A65ED0-48B5-5D45-A6F6-D671BB61E38B}">
      <dgm:prSet/>
      <dgm:spPr/>
      <dgm:t>
        <a:bodyPr/>
        <a:lstStyle/>
        <a:p>
          <a:endParaRPr lang="en-US"/>
        </a:p>
      </dgm:t>
    </dgm:pt>
    <dgm:pt modelId="{DB7895FC-99BD-274E-B7EE-615CC1B1C8DC}" type="sibTrans" cxnId="{F9A65ED0-48B5-5D45-A6F6-D671BB61E38B}">
      <dgm:prSet/>
      <dgm:spPr/>
      <dgm:t>
        <a:bodyPr/>
        <a:lstStyle/>
        <a:p>
          <a:endParaRPr lang="en-US"/>
        </a:p>
      </dgm:t>
    </dgm:pt>
    <dgm:pt modelId="{568300DC-BEFA-4544-8EEF-EAC47C03C15C}">
      <dgm:prSet phldrT="[Text]"/>
      <dgm:spPr>
        <a:solidFill>
          <a:schemeClr val="accent4">
            <a:lumMod val="60000"/>
            <a:lumOff val="40000"/>
            <a:alpha val="77000"/>
          </a:schemeClr>
        </a:solidFill>
      </dgm:spPr>
      <dgm:t>
        <a:bodyPr/>
        <a:lstStyle/>
        <a:p>
          <a:r>
            <a:rPr lang="en-US" dirty="0">
              <a:solidFill>
                <a:schemeClr val="tx1"/>
              </a:solidFill>
            </a:rPr>
            <a:t>Log on to Teams 5 minutes before the assigned time.  </a:t>
          </a:r>
        </a:p>
      </dgm:t>
    </dgm:pt>
    <dgm:pt modelId="{F503929C-D28C-EF4A-B2F9-836920B9E06B}" type="parTrans" cxnId="{FD922CA2-EF90-3048-99B1-B5CAF28A7DD2}">
      <dgm:prSet/>
      <dgm:spPr/>
      <dgm:t>
        <a:bodyPr/>
        <a:lstStyle/>
        <a:p>
          <a:endParaRPr lang="en-US"/>
        </a:p>
      </dgm:t>
    </dgm:pt>
    <dgm:pt modelId="{A26862CB-5D09-8943-B127-61E3BEF7C98E}" type="sibTrans" cxnId="{FD922CA2-EF90-3048-99B1-B5CAF28A7DD2}">
      <dgm:prSet/>
      <dgm:spPr/>
      <dgm:t>
        <a:bodyPr/>
        <a:lstStyle/>
        <a:p>
          <a:endParaRPr lang="en-US"/>
        </a:p>
      </dgm:t>
    </dgm:pt>
    <dgm:pt modelId="{5F9CAC6A-5DE8-624F-A646-7F7A887A46EB}" type="pres">
      <dgm:prSet presAssocID="{04D2EBFE-5444-ED4A-A0DE-0265A609B637}" presName="CompostProcess" presStyleCnt="0">
        <dgm:presLayoutVars>
          <dgm:dir/>
          <dgm:resizeHandles val="exact"/>
        </dgm:presLayoutVars>
      </dgm:prSet>
      <dgm:spPr/>
    </dgm:pt>
    <dgm:pt modelId="{C9291E8F-8258-F14F-873C-2DCD1D59FAFB}" type="pres">
      <dgm:prSet presAssocID="{04D2EBFE-5444-ED4A-A0DE-0265A609B637}" presName="arrow" presStyleLbl="bgShp" presStyleIdx="0" presStyleCnt="1" custScaleX="117647"/>
      <dgm:spPr>
        <a:solidFill>
          <a:schemeClr val="bg1">
            <a:lumMod val="65000"/>
            <a:alpha val="87000"/>
          </a:schemeClr>
        </a:solidFill>
      </dgm:spPr>
    </dgm:pt>
    <dgm:pt modelId="{88BDA715-C705-4F41-A2DE-F3EEF2A332D1}" type="pres">
      <dgm:prSet presAssocID="{04D2EBFE-5444-ED4A-A0DE-0265A609B637}" presName="linearProcess" presStyleCnt="0"/>
      <dgm:spPr/>
    </dgm:pt>
    <dgm:pt modelId="{3E915F76-6F3C-C244-9925-FCC6D1501638}" type="pres">
      <dgm:prSet presAssocID="{568300DC-BEFA-4544-8EEF-EAC47C03C15C}" presName="textNode" presStyleLbl="node1" presStyleIdx="0" presStyleCnt="3">
        <dgm:presLayoutVars>
          <dgm:bulletEnabled val="1"/>
        </dgm:presLayoutVars>
      </dgm:prSet>
      <dgm:spPr/>
    </dgm:pt>
    <dgm:pt modelId="{C7DFB181-EB0F-EB42-A623-DC28568234F1}" type="pres">
      <dgm:prSet presAssocID="{A26862CB-5D09-8943-B127-61E3BEF7C98E}" presName="sibTrans" presStyleCnt="0"/>
      <dgm:spPr/>
    </dgm:pt>
    <dgm:pt modelId="{739A40C2-9DE9-994C-8CEC-F85F76747C34}" type="pres">
      <dgm:prSet presAssocID="{5B927E5B-B158-1A4E-82CE-FCB37C17BC4F}" presName="textNode" presStyleLbl="node1" presStyleIdx="1" presStyleCnt="3">
        <dgm:presLayoutVars>
          <dgm:bulletEnabled val="1"/>
        </dgm:presLayoutVars>
      </dgm:prSet>
      <dgm:spPr/>
    </dgm:pt>
    <dgm:pt modelId="{6FA65058-9FE6-FA44-93A7-C78FA23F8172}" type="pres">
      <dgm:prSet presAssocID="{6A1A300B-BF5B-7F44-86D5-A6A104EBCAE1}" presName="sibTrans" presStyleCnt="0"/>
      <dgm:spPr/>
    </dgm:pt>
    <dgm:pt modelId="{19D8AF4C-BE99-6B46-B55E-143C8C511D5D}" type="pres">
      <dgm:prSet presAssocID="{CCBCEEFD-81F2-7349-B192-9BB00F389829}" presName="textNode" presStyleLbl="node1" presStyleIdx="2" presStyleCnt="3">
        <dgm:presLayoutVars>
          <dgm:bulletEnabled val="1"/>
        </dgm:presLayoutVars>
      </dgm:prSet>
      <dgm:spPr/>
    </dgm:pt>
  </dgm:ptLst>
  <dgm:cxnLst>
    <dgm:cxn modelId="{19D8A11D-4C58-4D4F-81A7-FA3DFC1C303C}" type="presOf" srcId="{04D2EBFE-5444-ED4A-A0DE-0265A609B637}" destId="{5F9CAC6A-5DE8-624F-A646-7F7A887A46EB}" srcOrd="0" destOrd="0" presId="urn:microsoft.com/office/officeart/2005/8/layout/hProcess9"/>
    <dgm:cxn modelId="{E52F152F-D44F-9B4C-ACF6-D51F8677255A}" type="presOf" srcId="{CCBCEEFD-81F2-7349-B192-9BB00F389829}" destId="{19D8AF4C-BE99-6B46-B55E-143C8C511D5D}" srcOrd="0" destOrd="0" presId="urn:microsoft.com/office/officeart/2005/8/layout/hProcess9"/>
    <dgm:cxn modelId="{C03A7E38-DCA0-C749-88DB-65929EEEFC0E}" type="presOf" srcId="{5B927E5B-B158-1A4E-82CE-FCB37C17BC4F}" destId="{739A40C2-9DE9-994C-8CEC-F85F76747C34}" srcOrd="0" destOrd="0" presId="urn:microsoft.com/office/officeart/2005/8/layout/hProcess9"/>
    <dgm:cxn modelId="{FD922CA2-EF90-3048-99B1-B5CAF28A7DD2}" srcId="{04D2EBFE-5444-ED4A-A0DE-0265A609B637}" destId="{568300DC-BEFA-4544-8EEF-EAC47C03C15C}" srcOrd="0" destOrd="0" parTransId="{F503929C-D28C-EF4A-B2F9-836920B9E06B}" sibTransId="{A26862CB-5D09-8943-B127-61E3BEF7C98E}"/>
    <dgm:cxn modelId="{0DE720C2-EB89-1A43-A2CF-1DA402F0603D}" srcId="{04D2EBFE-5444-ED4A-A0DE-0265A609B637}" destId="{5B927E5B-B158-1A4E-82CE-FCB37C17BC4F}" srcOrd="1" destOrd="0" parTransId="{AD5C27C7-69EC-354E-8BC0-4E1B730EA298}" sibTransId="{6A1A300B-BF5B-7F44-86D5-A6A104EBCAE1}"/>
    <dgm:cxn modelId="{F9A65ED0-48B5-5D45-A6F6-D671BB61E38B}" srcId="{04D2EBFE-5444-ED4A-A0DE-0265A609B637}" destId="{CCBCEEFD-81F2-7349-B192-9BB00F389829}" srcOrd="2" destOrd="0" parTransId="{FC64181D-AE32-FE43-B010-BAE8096B6687}" sibTransId="{DB7895FC-99BD-274E-B7EE-615CC1B1C8DC}"/>
    <dgm:cxn modelId="{F2DD8CD6-16DE-E84C-8650-2B20B3B3E21A}" type="presOf" srcId="{568300DC-BEFA-4544-8EEF-EAC47C03C15C}" destId="{3E915F76-6F3C-C244-9925-FCC6D1501638}" srcOrd="0" destOrd="0" presId="urn:microsoft.com/office/officeart/2005/8/layout/hProcess9"/>
    <dgm:cxn modelId="{C2B9DEF3-1987-4744-843E-365808B0A6FE}" type="presParOf" srcId="{5F9CAC6A-5DE8-624F-A646-7F7A887A46EB}" destId="{C9291E8F-8258-F14F-873C-2DCD1D59FAFB}" srcOrd="0" destOrd="0" presId="urn:microsoft.com/office/officeart/2005/8/layout/hProcess9"/>
    <dgm:cxn modelId="{106538C0-4595-854E-AAF8-873F9431A232}" type="presParOf" srcId="{5F9CAC6A-5DE8-624F-A646-7F7A887A46EB}" destId="{88BDA715-C705-4F41-A2DE-F3EEF2A332D1}" srcOrd="1" destOrd="0" presId="urn:microsoft.com/office/officeart/2005/8/layout/hProcess9"/>
    <dgm:cxn modelId="{F8955EE4-A60E-7C41-9117-362BBC9FC79A}" type="presParOf" srcId="{88BDA715-C705-4F41-A2DE-F3EEF2A332D1}" destId="{3E915F76-6F3C-C244-9925-FCC6D1501638}" srcOrd="0" destOrd="0" presId="urn:microsoft.com/office/officeart/2005/8/layout/hProcess9"/>
    <dgm:cxn modelId="{E13D0D1C-8426-E943-9744-8E340BBC2F3E}" type="presParOf" srcId="{88BDA715-C705-4F41-A2DE-F3EEF2A332D1}" destId="{C7DFB181-EB0F-EB42-A623-DC28568234F1}" srcOrd="1" destOrd="0" presId="urn:microsoft.com/office/officeart/2005/8/layout/hProcess9"/>
    <dgm:cxn modelId="{192AB5FE-A539-4940-B35D-65CEF8DFEC02}" type="presParOf" srcId="{88BDA715-C705-4F41-A2DE-F3EEF2A332D1}" destId="{739A40C2-9DE9-994C-8CEC-F85F76747C34}" srcOrd="2" destOrd="0" presId="urn:microsoft.com/office/officeart/2005/8/layout/hProcess9"/>
    <dgm:cxn modelId="{91ED9752-C28B-7147-AFEF-78AC45997167}" type="presParOf" srcId="{88BDA715-C705-4F41-A2DE-F3EEF2A332D1}" destId="{6FA65058-9FE6-FA44-93A7-C78FA23F8172}" srcOrd="3" destOrd="0" presId="urn:microsoft.com/office/officeart/2005/8/layout/hProcess9"/>
    <dgm:cxn modelId="{CFB70962-BD0D-554C-9DEB-546297945A3C}" type="presParOf" srcId="{88BDA715-C705-4F41-A2DE-F3EEF2A332D1}" destId="{19D8AF4C-BE99-6B46-B55E-143C8C511D5D}" srcOrd="4" destOrd="0" presId="urn:microsoft.com/office/officeart/2005/8/layout/hProcess9"/>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BB7AA9-D2AF-7149-BAC2-14F15E11BB8B}">
      <dsp:nvSpPr>
        <dsp:cNvPr id="0" name=""/>
        <dsp:cNvSpPr/>
      </dsp:nvSpPr>
      <dsp:spPr>
        <a:xfrm>
          <a:off x="2" y="0"/>
          <a:ext cx="10515594" cy="4351338"/>
        </a:xfrm>
        <a:prstGeom prst="rightArrow">
          <a:avLst/>
        </a:prstGeom>
        <a:solidFill>
          <a:schemeClr val="bg1">
            <a:lumMod val="65000"/>
            <a:alpha val="88000"/>
          </a:schemeClr>
        </a:solidFill>
        <a:ln>
          <a:noFill/>
        </a:ln>
        <a:effectLst/>
      </dsp:spPr>
      <dsp:style>
        <a:lnRef idx="0">
          <a:scrgbClr r="0" g="0" b="0"/>
        </a:lnRef>
        <a:fillRef idx="1">
          <a:scrgbClr r="0" g="0" b="0"/>
        </a:fillRef>
        <a:effectRef idx="0">
          <a:scrgbClr r="0" g="0" b="0"/>
        </a:effectRef>
        <a:fontRef idx="minor"/>
      </dsp:style>
    </dsp:sp>
    <dsp:sp modelId="{CE7D4728-7C7F-6D41-B078-705C2C899AC3}">
      <dsp:nvSpPr>
        <dsp:cNvPr id="0" name=""/>
        <dsp:cNvSpPr/>
      </dsp:nvSpPr>
      <dsp:spPr>
        <a:xfrm>
          <a:off x="11296" y="1305401"/>
          <a:ext cx="3384708" cy="1740535"/>
        </a:xfrm>
        <a:prstGeom prst="roundRect">
          <a:avLst/>
        </a:prstGeom>
        <a:solidFill>
          <a:schemeClr val="accent4">
            <a:lumMod val="60000"/>
            <a:lumOff val="40000"/>
            <a:alpha val="78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With a partner, compare your questions on life balance.  Each should have 10 questions, for a total of 20.  </a:t>
          </a:r>
        </a:p>
        <a:p>
          <a:pPr marL="0" lvl="0" indent="0" algn="ctr" defTabSz="711200">
            <a:lnSpc>
              <a:spcPct val="90000"/>
            </a:lnSpc>
            <a:spcBef>
              <a:spcPct val="0"/>
            </a:spcBef>
            <a:spcAft>
              <a:spcPct val="35000"/>
            </a:spcAft>
            <a:buNone/>
          </a:pPr>
          <a:r>
            <a:rPr lang="en-US" sz="1600" kern="1200" dirty="0">
              <a:solidFill>
                <a:schemeClr val="tx1"/>
              </a:solidFill>
            </a:rPr>
            <a:t>Choose the 6 best.  Be sure to cover as many subjects as possible.</a:t>
          </a:r>
        </a:p>
      </dsp:txBody>
      <dsp:txXfrm>
        <a:off x="96262" y="1390367"/>
        <a:ext cx="3214776" cy="1570603"/>
      </dsp:txXfrm>
    </dsp:sp>
    <dsp:sp modelId="{91AA31C8-24F1-8B4F-99F1-826E6D6F54DC}">
      <dsp:nvSpPr>
        <dsp:cNvPr id="0" name=""/>
        <dsp:cNvSpPr/>
      </dsp:nvSpPr>
      <dsp:spPr>
        <a:xfrm>
          <a:off x="3565445" y="1305401"/>
          <a:ext cx="3384708" cy="1740535"/>
        </a:xfrm>
        <a:prstGeom prst="roundRect">
          <a:avLst/>
        </a:prstGeom>
        <a:solidFill>
          <a:schemeClr val="accent4">
            <a:lumMod val="60000"/>
            <a:lumOff val="40000"/>
            <a:alpha val="77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Check your questions for grammatical accuracy.  Refer to online resources (see </a:t>
          </a:r>
          <a:r>
            <a:rPr lang="en-US" sz="1600" kern="1200" dirty="0" err="1">
              <a:solidFill>
                <a:schemeClr val="tx1"/>
              </a:solidFill>
            </a:rPr>
            <a:t>Powerpoint</a:t>
          </a:r>
          <a:r>
            <a:rPr lang="en-US" sz="1600" kern="1200" dirty="0">
              <a:solidFill>
                <a:schemeClr val="tx1"/>
              </a:solidFill>
            </a:rPr>
            <a:t>).  Ask the teacher for help or feedback</a:t>
          </a:r>
        </a:p>
      </dsp:txBody>
      <dsp:txXfrm>
        <a:off x="3650411" y="1390367"/>
        <a:ext cx="3214776" cy="1570603"/>
      </dsp:txXfrm>
    </dsp:sp>
    <dsp:sp modelId="{7A2FB453-6728-F047-9F48-F8AF694EAF27}">
      <dsp:nvSpPr>
        <dsp:cNvPr id="0" name=""/>
        <dsp:cNvSpPr/>
      </dsp:nvSpPr>
      <dsp:spPr>
        <a:xfrm>
          <a:off x="7119595" y="1305401"/>
          <a:ext cx="3384708" cy="1740535"/>
        </a:xfrm>
        <a:prstGeom prst="roundRect">
          <a:avLst/>
        </a:prstGeom>
        <a:solidFill>
          <a:schemeClr val="accent4">
            <a:lumMod val="60000"/>
            <a:lumOff val="40000"/>
            <a:alpha val="77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Choose a presentation time for next week as indicated by the teacher</a:t>
          </a:r>
        </a:p>
      </dsp:txBody>
      <dsp:txXfrm>
        <a:off x="7204561" y="1390367"/>
        <a:ext cx="3214776" cy="15706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399BF5-EF2F-0F4B-8EDD-7A6905485C10}">
      <dsp:nvSpPr>
        <dsp:cNvPr id="0" name=""/>
        <dsp:cNvSpPr/>
      </dsp:nvSpPr>
      <dsp:spPr>
        <a:xfrm>
          <a:off x="2" y="0"/>
          <a:ext cx="10515594" cy="4351338"/>
        </a:xfrm>
        <a:prstGeom prst="rightArrow">
          <a:avLst/>
        </a:prstGeom>
        <a:solidFill>
          <a:schemeClr val="bg1">
            <a:lumMod val="65000"/>
            <a:alpha val="88000"/>
          </a:schemeClr>
        </a:solidFill>
        <a:ln>
          <a:noFill/>
        </a:ln>
        <a:effectLst/>
      </dsp:spPr>
      <dsp:style>
        <a:lnRef idx="0">
          <a:scrgbClr r="0" g="0" b="0"/>
        </a:lnRef>
        <a:fillRef idx="1">
          <a:scrgbClr r="0" g="0" b="0"/>
        </a:fillRef>
        <a:effectRef idx="0">
          <a:scrgbClr r="0" g="0" b="0"/>
        </a:effectRef>
        <a:fontRef idx="minor"/>
      </dsp:style>
    </dsp:sp>
    <dsp:sp modelId="{740FE265-ABE2-B545-BE1B-19CC910BF613}">
      <dsp:nvSpPr>
        <dsp:cNvPr id="0" name=""/>
        <dsp:cNvSpPr/>
      </dsp:nvSpPr>
      <dsp:spPr>
        <a:xfrm>
          <a:off x="11296" y="1305401"/>
          <a:ext cx="3384708" cy="1740535"/>
        </a:xfrm>
        <a:prstGeom prst="roundRect">
          <a:avLst/>
        </a:prstGeom>
        <a:solidFill>
          <a:schemeClr val="accent4">
            <a:lumMod val="60000"/>
            <a:lumOff val="40000"/>
            <a:alpha val="77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Find 6 people to survey about their life balance.  These people should include friends, relatives, work colleagues, </a:t>
          </a:r>
          <a:r>
            <a:rPr lang="en-US" sz="1400" kern="1200" dirty="0" err="1">
              <a:solidFill>
                <a:schemeClr val="tx1"/>
              </a:solidFill>
            </a:rPr>
            <a:t>neighbours</a:t>
          </a:r>
          <a:r>
            <a:rPr lang="en-US" sz="1400" kern="1200" dirty="0">
              <a:solidFill>
                <a:schemeClr val="tx1"/>
              </a:solidFill>
            </a:rPr>
            <a:t>, etc.   Your respondents should represent a variety of relationships, ages, occupations, genders, etc.  </a:t>
          </a:r>
        </a:p>
      </dsp:txBody>
      <dsp:txXfrm>
        <a:off x="96262" y="1390367"/>
        <a:ext cx="3214776" cy="1570603"/>
      </dsp:txXfrm>
    </dsp:sp>
    <dsp:sp modelId="{F50A5AF4-D490-604E-A573-CBD15A1D47C2}">
      <dsp:nvSpPr>
        <dsp:cNvPr id="0" name=""/>
        <dsp:cNvSpPr/>
      </dsp:nvSpPr>
      <dsp:spPr>
        <a:xfrm>
          <a:off x="3565445" y="1305401"/>
          <a:ext cx="3384708" cy="1740535"/>
        </a:xfrm>
        <a:prstGeom prst="roundRect">
          <a:avLst/>
        </a:prstGeom>
        <a:solidFill>
          <a:schemeClr val="accent4">
            <a:lumMod val="60000"/>
            <a:lumOff val="40000"/>
            <a:alpha val="77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Ensure that everyone you survey speaks English as well as you or even better than you.  Of course, your survey must take place entirely in English</a:t>
          </a:r>
        </a:p>
        <a:p>
          <a:pPr marL="0" lvl="0" indent="0" algn="ctr" defTabSz="622300">
            <a:lnSpc>
              <a:spcPct val="90000"/>
            </a:lnSpc>
            <a:spcBef>
              <a:spcPct val="0"/>
            </a:spcBef>
            <a:spcAft>
              <a:spcPct val="35000"/>
            </a:spcAft>
            <a:buNone/>
          </a:pPr>
          <a:endParaRPr lang="en-US" sz="1400" kern="1200" dirty="0">
            <a:solidFill>
              <a:schemeClr val="tx1"/>
            </a:solidFill>
          </a:endParaRPr>
        </a:p>
        <a:p>
          <a:pPr marL="0" lvl="0" indent="0" algn="ctr" defTabSz="622300">
            <a:lnSpc>
              <a:spcPct val="90000"/>
            </a:lnSpc>
            <a:spcBef>
              <a:spcPct val="0"/>
            </a:spcBef>
            <a:spcAft>
              <a:spcPct val="35000"/>
            </a:spcAft>
            <a:buNone/>
          </a:pPr>
          <a:r>
            <a:rPr lang="en-US" sz="1400" kern="1200" dirty="0">
              <a:solidFill>
                <a:schemeClr val="tx1"/>
              </a:solidFill>
            </a:rPr>
            <a:t>Record your surveys with your smartphone</a:t>
          </a:r>
        </a:p>
      </dsp:txBody>
      <dsp:txXfrm>
        <a:off x="3650411" y="1390367"/>
        <a:ext cx="3214776" cy="1570603"/>
      </dsp:txXfrm>
    </dsp:sp>
    <dsp:sp modelId="{49185B90-BF34-2843-8814-0DB1C1E08414}">
      <dsp:nvSpPr>
        <dsp:cNvPr id="0" name=""/>
        <dsp:cNvSpPr/>
      </dsp:nvSpPr>
      <dsp:spPr>
        <a:xfrm>
          <a:off x="7119595" y="1305401"/>
          <a:ext cx="3384708" cy="1740535"/>
        </a:xfrm>
        <a:prstGeom prst="roundRect">
          <a:avLst/>
        </a:prstGeom>
        <a:solidFill>
          <a:schemeClr val="accent4">
            <a:lumMod val="60000"/>
            <a:lumOff val="40000"/>
            <a:alpha val="77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Keep</a:t>
          </a:r>
          <a:r>
            <a:rPr lang="en-US" sz="1400" kern="1200" baseline="0" dirty="0">
              <a:solidFill>
                <a:schemeClr val="tx1"/>
              </a:solidFill>
            </a:rPr>
            <a:t> track of all names and answers on the table provided in your portfolios.</a:t>
          </a:r>
          <a:endParaRPr lang="en-US" sz="1400" kern="1200" dirty="0">
            <a:solidFill>
              <a:schemeClr val="tx1"/>
            </a:solidFill>
          </a:endParaRPr>
        </a:p>
      </dsp:txBody>
      <dsp:txXfrm>
        <a:off x="7204561" y="1390367"/>
        <a:ext cx="3214776" cy="15706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409B9D-592D-5B40-BED4-5151969128BC}">
      <dsp:nvSpPr>
        <dsp:cNvPr id="0" name=""/>
        <dsp:cNvSpPr/>
      </dsp:nvSpPr>
      <dsp:spPr>
        <a:xfrm>
          <a:off x="2" y="0"/>
          <a:ext cx="10515594" cy="4351338"/>
        </a:xfrm>
        <a:prstGeom prst="rightArrow">
          <a:avLst/>
        </a:prstGeom>
        <a:solidFill>
          <a:schemeClr val="bg1">
            <a:lumMod val="65000"/>
            <a:alpha val="88000"/>
          </a:schemeClr>
        </a:solidFill>
        <a:ln>
          <a:noFill/>
        </a:ln>
        <a:effectLst/>
      </dsp:spPr>
      <dsp:style>
        <a:lnRef idx="0">
          <a:scrgbClr r="0" g="0" b="0"/>
        </a:lnRef>
        <a:fillRef idx="1">
          <a:scrgbClr r="0" g="0" b="0"/>
        </a:fillRef>
        <a:effectRef idx="0">
          <a:scrgbClr r="0" g="0" b="0"/>
        </a:effectRef>
        <a:fontRef idx="minor"/>
      </dsp:style>
    </dsp:sp>
    <dsp:sp modelId="{377EF960-8652-EF42-9666-51B1B08705BC}">
      <dsp:nvSpPr>
        <dsp:cNvPr id="0" name=""/>
        <dsp:cNvSpPr/>
      </dsp:nvSpPr>
      <dsp:spPr>
        <a:xfrm>
          <a:off x="11296" y="1305401"/>
          <a:ext cx="3384708" cy="1740535"/>
        </a:xfrm>
        <a:prstGeom prst="roundRect">
          <a:avLst/>
        </a:prstGeom>
        <a:solidFill>
          <a:schemeClr val="accent4">
            <a:lumMod val="60000"/>
            <a:lumOff val="40000"/>
            <a:alpha val="77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Compile</a:t>
          </a:r>
          <a:r>
            <a:rPr lang="en-US" sz="1500" kern="1200" baseline="0" dirty="0">
              <a:solidFill>
                <a:schemeClr val="tx1"/>
              </a:solidFill>
            </a:rPr>
            <a:t> your results and come to some conclusions about life balance.</a:t>
          </a:r>
          <a:r>
            <a:rPr lang="en-US" sz="1500" kern="1200" baseline="0" dirty="0"/>
            <a:t>.  </a:t>
          </a:r>
          <a:endParaRPr lang="en-US" sz="1500" kern="1200" dirty="0"/>
        </a:p>
      </dsp:txBody>
      <dsp:txXfrm>
        <a:off x="96262" y="1390367"/>
        <a:ext cx="3214776" cy="1570603"/>
      </dsp:txXfrm>
    </dsp:sp>
    <dsp:sp modelId="{4C098F4C-02AD-804F-B27E-85DD6AC24503}">
      <dsp:nvSpPr>
        <dsp:cNvPr id="0" name=""/>
        <dsp:cNvSpPr/>
      </dsp:nvSpPr>
      <dsp:spPr>
        <a:xfrm>
          <a:off x="3565445" y="1305401"/>
          <a:ext cx="3384708" cy="1740535"/>
        </a:xfrm>
        <a:prstGeom prst="roundRect">
          <a:avLst/>
        </a:prstGeom>
        <a:solidFill>
          <a:schemeClr val="accent4">
            <a:lumMod val="60000"/>
            <a:lumOff val="40000"/>
            <a:alpha val="77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If you are planning to present alone, your presentation will be about the results of 6 surveys.  If you are working with a partner, it will be about 12. </a:t>
          </a:r>
        </a:p>
      </dsp:txBody>
      <dsp:txXfrm>
        <a:off x="3650411" y="1390367"/>
        <a:ext cx="3214776" cy="1570603"/>
      </dsp:txXfrm>
    </dsp:sp>
    <dsp:sp modelId="{AEC0A394-261F-5F41-8A4F-87B966A1E93C}">
      <dsp:nvSpPr>
        <dsp:cNvPr id="0" name=""/>
        <dsp:cNvSpPr/>
      </dsp:nvSpPr>
      <dsp:spPr>
        <a:xfrm>
          <a:off x="7119595" y="1305401"/>
          <a:ext cx="3384708" cy="1740535"/>
        </a:xfrm>
        <a:prstGeom prst="roundRect">
          <a:avLst/>
        </a:prstGeom>
        <a:solidFill>
          <a:schemeClr val="accent4">
            <a:lumMod val="60000"/>
            <a:lumOff val="40000"/>
            <a:alpha val="77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Prepare a 1 to 2 minute sample of your recordings for evaluation.  Submit to Teams after your presentation.</a:t>
          </a:r>
        </a:p>
        <a:p>
          <a:pPr marL="0" lvl="0" indent="0" algn="ctr" defTabSz="666750">
            <a:lnSpc>
              <a:spcPct val="90000"/>
            </a:lnSpc>
            <a:spcBef>
              <a:spcPct val="0"/>
            </a:spcBef>
            <a:spcAft>
              <a:spcPct val="35000"/>
            </a:spcAft>
            <a:buNone/>
          </a:pPr>
          <a:endParaRPr lang="en-US" sz="1500" kern="1200" dirty="0">
            <a:solidFill>
              <a:schemeClr val="tx1"/>
            </a:solidFill>
          </a:endParaRPr>
        </a:p>
        <a:p>
          <a:pPr marL="0" lvl="0" indent="0" algn="ctr" defTabSz="666750">
            <a:lnSpc>
              <a:spcPct val="90000"/>
            </a:lnSpc>
            <a:spcBef>
              <a:spcPct val="0"/>
            </a:spcBef>
            <a:spcAft>
              <a:spcPct val="35000"/>
            </a:spcAft>
            <a:buNone/>
          </a:pPr>
          <a:r>
            <a:rPr lang="en-US" sz="1500" kern="1200" dirty="0">
              <a:solidFill>
                <a:schemeClr val="tx1"/>
              </a:solidFill>
            </a:rPr>
            <a:t>Add results of your survey to your Teams portfolio</a:t>
          </a:r>
        </a:p>
      </dsp:txBody>
      <dsp:txXfrm>
        <a:off x="7204561" y="1390367"/>
        <a:ext cx="3214776" cy="15706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3A5C9F-B712-7146-AC2C-AD70D56EC262}">
      <dsp:nvSpPr>
        <dsp:cNvPr id="0" name=""/>
        <dsp:cNvSpPr/>
      </dsp:nvSpPr>
      <dsp:spPr>
        <a:xfrm>
          <a:off x="2" y="0"/>
          <a:ext cx="10515594" cy="4351338"/>
        </a:xfrm>
        <a:prstGeom prst="rightArrow">
          <a:avLst/>
        </a:prstGeom>
        <a:solidFill>
          <a:schemeClr val="bg1">
            <a:lumMod val="65000"/>
            <a:alpha val="88000"/>
          </a:schemeClr>
        </a:solidFill>
        <a:ln>
          <a:noFill/>
        </a:ln>
        <a:effectLst/>
      </dsp:spPr>
      <dsp:style>
        <a:lnRef idx="0">
          <a:scrgbClr r="0" g="0" b="0"/>
        </a:lnRef>
        <a:fillRef idx="1">
          <a:scrgbClr r="0" g="0" b="0"/>
        </a:fillRef>
        <a:effectRef idx="0">
          <a:scrgbClr r="0" g="0" b="0"/>
        </a:effectRef>
        <a:fontRef idx="minor"/>
      </dsp:style>
    </dsp:sp>
    <dsp:sp modelId="{3430D709-0DD5-D44F-9D73-C155C77F9BDB}">
      <dsp:nvSpPr>
        <dsp:cNvPr id="0" name=""/>
        <dsp:cNvSpPr/>
      </dsp:nvSpPr>
      <dsp:spPr>
        <a:xfrm>
          <a:off x="460057" y="1305401"/>
          <a:ext cx="9595485" cy="1740535"/>
        </a:xfrm>
        <a:prstGeom prst="roundRect">
          <a:avLst/>
        </a:prstGeom>
        <a:solidFill>
          <a:schemeClr val="accent4">
            <a:lumMod val="60000"/>
            <a:lumOff val="40000"/>
            <a:alpha val="77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kern="1200" baseline="0" dirty="0">
              <a:solidFill>
                <a:schemeClr val="tx1"/>
              </a:solidFill>
            </a:rPr>
            <a:t>Prepare your presentation.  Refer to details  on Teams, under “assignments.”  </a:t>
          </a:r>
          <a:endParaRPr lang="en-US" sz="4400" kern="1200" dirty="0">
            <a:solidFill>
              <a:schemeClr val="tx1"/>
            </a:solidFill>
          </a:endParaRPr>
        </a:p>
      </dsp:txBody>
      <dsp:txXfrm>
        <a:off x="545023" y="1390367"/>
        <a:ext cx="9425553" cy="157060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291E8F-8258-F14F-873C-2DCD1D59FAFB}">
      <dsp:nvSpPr>
        <dsp:cNvPr id="0" name=""/>
        <dsp:cNvSpPr/>
      </dsp:nvSpPr>
      <dsp:spPr>
        <a:xfrm>
          <a:off x="2" y="0"/>
          <a:ext cx="10515594" cy="4351338"/>
        </a:xfrm>
        <a:prstGeom prst="rightArrow">
          <a:avLst/>
        </a:prstGeom>
        <a:solidFill>
          <a:schemeClr val="bg1">
            <a:lumMod val="65000"/>
            <a:alpha val="87000"/>
          </a:schemeClr>
        </a:solidFill>
        <a:ln>
          <a:noFill/>
        </a:ln>
        <a:effectLst/>
      </dsp:spPr>
      <dsp:style>
        <a:lnRef idx="0">
          <a:scrgbClr r="0" g="0" b="0"/>
        </a:lnRef>
        <a:fillRef idx="1">
          <a:scrgbClr r="0" g="0" b="0"/>
        </a:fillRef>
        <a:effectRef idx="0">
          <a:scrgbClr r="0" g="0" b="0"/>
        </a:effectRef>
        <a:fontRef idx="minor"/>
      </dsp:style>
    </dsp:sp>
    <dsp:sp modelId="{3E915F76-6F3C-C244-9925-FCC6D1501638}">
      <dsp:nvSpPr>
        <dsp:cNvPr id="0" name=""/>
        <dsp:cNvSpPr/>
      </dsp:nvSpPr>
      <dsp:spPr>
        <a:xfrm>
          <a:off x="356339" y="1305401"/>
          <a:ext cx="3154680" cy="1740535"/>
        </a:xfrm>
        <a:prstGeom prst="roundRect">
          <a:avLst/>
        </a:prstGeom>
        <a:solidFill>
          <a:schemeClr val="accent4">
            <a:lumMod val="60000"/>
            <a:lumOff val="40000"/>
            <a:alpha val="77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Log on to Teams 5 minutes before the assigned time.  </a:t>
          </a:r>
        </a:p>
      </dsp:txBody>
      <dsp:txXfrm>
        <a:off x="441305" y="1390367"/>
        <a:ext cx="2984748" cy="1570603"/>
      </dsp:txXfrm>
    </dsp:sp>
    <dsp:sp modelId="{739A40C2-9DE9-994C-8CEC-F85F76747C34}">
      <dsp:nvSpPr>
        <dsp:cNvPr id="0" name=""/>
        <dsp:cNvSpPr/>
      </dsp:nvSpPr>
      <dsp:spPr>
        <a:xfrm>
          <a:off x="3680460" y="1305401"/>
          <a:ext cx="3154680" cy="1740535"/>
        </a:xfrm>
        <a:prstGeom prst="roundRect">
          <a:avLst/>
        </a:prstGeom>
        <a:solidFill>
          <a:schemeClr val="accent4">
            <a:lumMod val="60000"/>
            <a:lumOff val="40000"/>
            <a:alpha val="77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Present either alone or with your partner.</a:t>
          </a:r>
        </a:p>
      </dsp:txBody>
      <dsp:txXfrm>
        <a:off x="3765426" y="1390367"/>
        <a:ext cx="2984748" cy="1570603"/>
      </dsp:txXfrm>
    </dsp:sp>
    <dsp:sp modelId="{19D8AF4C-BE99-6B46-B55E-143C8C511D5D}">
      <dsp:nvSpPr>
        <dsp:cNvPr id="0" name=""/>
        <dsp:cNvSpPr/>
      </dsp:nvSpPr>
      <dsp:spPr>
        <a:xfrm>
          <a:off x="7004580" y="1305401"/>
          <a:ext cx="3154680" cy="1740535"/>
        </a:xfrm>
        <a:prstGeom prst="roundRect">
          <a:avLst/>
        </a:prstGeom>
        <a:solidFill>
          <a:schemeClr val="accent4">
            <a:lumMod val="60000"/>
            <a:lumOff val="40000"/>
            <a:alpha val="77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Listen</a:t>
          </a:r>
          <a:r>
            <a:rPr lang="en-US" sz="2400" kern="1200" baseline="0" dirty="0">
              <a:solidFill>
                <a:schemeClr val="tx1"/>
              </a:solidFill>
            </a:rPr>
            <a:t> to the presentations of two other people and give feedback</a:t>
          </a:r>
          <a:endParaRPr lang="en-US" sz="2400" kern="1200" dirty="0">
            <a:solidFill>
              <a:schemeClr val="tx1"/>
            </a:solidFill>
          </a:endParaRPr>
        </a:p>
      </dsp:txBody>
      <dsp:txXfrm>
        <a:off x="7089546" y="1390367"/>
        <a:ext cx="2984748" cy="1570603"/>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42147-2854-F344-B9E0-4477946FB4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E1FF53E1-34D7-3240-93AD-10046DF2ED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549AD7FD-4573-F94A-8C17-F1F62105C5D6}"/>
              </a:ext>
            </a:extLst>
          </p:cNvPr>
          <p:cNvSpPr>
            <a:spLocks noGrp="1"/>
          </p:cNvSpPr>
          <p:nvPr>
            <p:ph type="dt" sz="half" idx="10"/>
          </p:nvPr>
        </p:nvSpPr>
        <p:spPr/>
        <p:txBody>
          <a:bodyPr/>
          <a:lstStyle/>
          <a:p>
            <a:fld id="{346B9A5F-99BA-D64F-B72F-046429C75A71}" type="datetimeFigureOut">
              <a:rPr lang="en-CA" smtClean="0"/>
              <a:t>2020-10-04</a:t>
            </a:fld>
            <a:endParaRPr lang="en-CA"/>
          </a:p>
        </p:txBody>
      </p:sp>
      <p:sp>
        <p:nvSpPr>
          <p:cNvPr id="5" name="Footer Placeholder 4">
            <a:extLst>
              <a:ext uri="{FF2B5EF4-FFF2-40B4-BE49-F238E27FC236}">
                <a16:creationId xmlns:a16="http://schemas.microsoft.com/office/drawing/2014/main" id="{72CC35AE-9D1C-944C-908C-15E49547AFC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4CE0214-40BA-2F44-A182-CFBC63DA6C42}"/>
              </a:ext>
            </a:extLst>
          </p:cNvPr>
          <p:cNvSpPr>
            <a:spLocks noGrp="1"/>
          </p:cNvSpPr>
          <p:nvPr>
            <p:ph type="sldNum" sz="quarter" idx="12"/>
          </p:nvPr>
        </p:nvSpPr>
        <p:spPr/>
        <p:txBody>
          <a:bodyPr/>
          <a:lstStyle/>
          <a:p>
            <a:fld id="{8CA33FCD-00E1-3C4B-9EB1-557DC6FD1AF5}" type="slidenum">
              <a:rPr lang="en-CA" smtClean="0"/>
              <a:t>‹#›</a:t>
            </a:fld>
            <a:endParaRPr lang="en-CA"/>
          </a:p>
        </p:txBody>
      </p:sp>
    </p:spTree>
    <p:extLst>
      <p:ext uri="{BB962C8B-B14F-4D97-AF65-F5344CB8AC3E}">
        <p14:creationId xmlns:p14="http://schemas.microsoft.com/office/powerpoint/2010/main" val="4159407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3EE61-0F0B-394F-96A0-32CD7E28B73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29E99C40-577C-E04F-9338-CE48AFBD61C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16F249C-4627-3440-8368-4056F65DE561}"/>
              </a:ext>
            </a:extLst>
          </p:cNvPr>
          <p:cNvSpPr>
            <a:spLocks noGrp="1"/>
          </p:cNvSpPr>
          <p:nvPr>
            <p:ph type="dt" sz="half" idx="10"/>
          </p:nvPr>
        </p:nvSpPr>
        <p:spPr/>
        <p:txBody>
          <a:bodyPr/>
          <a:lstStyle/>
          <a:p>
            <a:fld id="{346B9A5F-99BA-D64F-B72F-046429C75A71}" type="datetimeFigureOut">
              <a:rPr lang="en-CA" smtClean="0"/>
              <a:t>2020-10-04</a:t>
            </a:fld>
            <a:endParaRPr lang="en-CA"/>
          </a:p>
        </p:txBody>
      </p:sp>
      <p:sp>
        <p:nvSpPr>
          <p:cNvPr id="5" name="Footer Placeholder 4">
            <a:extLst>
              <a:ext uri="{FF2B5EF4-FFF2-40B4-BE49-F238E27FC236}">
                <a16:creationId xmlns:a16="http://schemas.microsoft.com/office/drawing/2014/main" id="{DFAEF169-31D9-0643-8316-B81AAC0FDD7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E5519EA-CE83-1240-8506-9AB4B66B885C}"/>
              </a:ext>
            </a:extLst>
          </p:cNvPr>
          <p:cNvSpPr>
            <a:spLocks noGrp="1"/>
          </p:cNvSpPr>
          <p:nvPr>
            <p:ph type="sldNum" sz="quarter" idx="12"/>
          </p:nvPr>
        </p:nvSpPr>
        <p:spPr/>
        <p:txBody>
          <a:bodyPr/>
          <a:lstStyle/>
          <a:p>
            <a:fld id="{8CA33FCD-00E1-3C4B-9EB1-557DC6FD1AF5}" type="slidenum">
              <a:rPr lang="en-CA" smtClean="0"/>
              <a:t>‹#›</a:t>
            </a:fld>
            <a:endParaRPr lang="en-CA"/>
          </a:p>
        </p:txBody>
      </p:sp>
    </p:spTree>
    <p:extLst>
      <p:ext uri="{BB962C8B-B14F-4D97-AF65-F5344CB8AC3E}">
        <p14:creationId xmlns:p14="http://schemas.microsoft.com/office/powerpoint/2010/main" val="754870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63075-8411-F547-94DD-FE59338426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163CCA15-7240-974D-A9EB-C064C04C2D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6D8C3C7-88CB-A84C-A9F9-E9ACCE8F9829}"/>
              </a:ext>
            </a:extLst>
          </p:cNvPr>
          <p:cNvSpPr>
            <a:spLocks noGrp="1"/>
          </p:cNvSpPr>
          <p:nvPr>
            <p:ph type="dt" sz="half" idx="10"/>
          </p:nvPr>
        </p:nvSpPr>
        <p:spPr/>
        <p:txBody>
          <a:bodyPr/>
          <a:lstStyle/>
          <a:p>
            <a:fld id="{346B9A5F-99BA-D64F-B72F-046429C75A71}" type="datetimeFigureOut">
              <a:rPr lang="en-CA" smtClean="0"/>
              <a:t>2020-10-04</a:t>
            </a:fld>
            <a:endParaRPr lang="en-CA"/>
          </a:p>
        </p:txBody>
      </p:sp>
      <p:sp>
        <p:nvSpPr>
          <p:cNvPr id="5" name="Footer Placeholder 4">
            <a:extLst>
              <a:ext uri="{FF2B5EF4-FFF2-40B4-BE49-F238E27FC236}">
                <a16:creationId xmlns:a16="http://schemas.microsoft.com/office/drawing/2014/main" id="{E9F922C0-8234-6542-91AE-FEB56759F8D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B4DEA57-DAE1-574C-A590-866EED85025A}"/>
              </a:ext>
            </a:extLst>
          </p:cNvPr>
          <p:cNvSpPr>
            <a:spLocks noGrp="1"/>
          </p:cNvSpPr>
          <p:nvPr>
            <p:ph type="sldNum" sz="quarter" idx="12"/>
          </p:nvPr>
        </p:nvSpPr>
        <p:spPr/>
        <p:txBody>
          <a:bodyPr/>
          <a:lstStyle/>
          <a:p>
            <a:fld id="{8CA33FCD-00E1-3C4B-9EB1-557DC6FD1AF5}" type="slidenum">
              <a:rPr lang="en-CA" smtClean="0"/>
              <a:t>‹#›</a:t>
            </a:fld>
            <a:endParaRPr lang="en-CA"/>
          </a:p>
        </p:txBody>
      </p:sp>
    </p:spTree>
    <p:extLst>
      <p:ext uri="{BB962C8B-B14F-4D97-AF65-F5344CB8AC3E}">
        <p14:creationId xmlns:p14="http://schemas.microsoft.com/office/powerpoint/2010/main" val="3809716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045C0-2EE1-5F44-8620-A4EAEC701B54}"/>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C9A17E6-BA4E-E541-A0E8-B7E0A288016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FD3EBA3C-85FD-1646-A0D8-8588DFCC166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0265A8D9-8DB3-8845-B4B3-8212CD30846C}"/>
              </a:ext>
            </a:extLst>
          </p:cNvPr>
          <p:cNvSpPr>
            <a:spLocks noGrp="1"/>
          </p:cNvSpPr>
          <p:nvPr>
            <p:ph type="dt" sz="half" idx="10"/>
          </p:nvPr>
        </p:nvSpPr>
        <p:spPr/>
        <p:txBody>
          <a:bodyPr/>
          <a:lstStyle/>
          <a:p>
            <a:fld id="{346B9A5F-99BA-D64F-B72F-046429C75A71}" type="datetimeFigureOut">
              <a:rPr lang="en-CA" smtClean="0"/>
              <a:t>2020-10-04</a:t>
            </a:fld>
            <a:endParaRPr lang="en-CA"/>
          </a:p>
        </p:txBody>
      </p:sp>
      <p:sp>
        <p:nvSpPr>
          <p:cNvPr id="6" name="Footer Placeholder 5">
            <a:extLst>
              <a:ext uri="{FF2B5EF4-FFF2-40B4-BE49-F238E27FC236}">
                <a16:creationId xmlns:a16="http://schemas.microsoft.com/office/drawing/2014/main" id="{9BE8322B-E1DC-BD44-898C-E3FB76E2782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958A02E-AC77-1C45-86AA-EF06DE4A8E6C}"/>
              </a:ext>
            </a:extLst>
          </p:cNvPr>
          <p:cNvSpPr>
            <a:spLocks noGrp="1"/>
          </p:cNvSpPr>
          <p:nvPr>
            <p:ph type="sldNum" sz="quarter" idx="12"/>
          </p:nvPr>
        </p:nvSpPr>
        <p:spPr/>
        <p:txBody>
          <a:bodyPr/>
          <a:lstStyle/>
          <a:p>
            <a:fld id="{8CA33FCD-00E1-3C4B-9EB1-557DC6FD1AF5}" type="slidenum">
              <a:rPr lang="en-CA" smtClean="0"/>
              <a:t>‹#›</a:t>
            </a:fld>
            <a:endParaRPr lang="en-CA"/>
          </a:p>
        </p:txBody>
      </p:sp>
    </p:spTree>
    <p:extLst>
      <p:ext uri="{BB962C8B-B14F-4D97-AF65-F5344CB8AC3E}">
        <p14:creationId xmlns:p14="http://schemas.microsoft.com/office/powerpoint/2010/main" val="204584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AAE23-807D-E148-BCAA-0A0C29E4F13D}"/>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D00DBF0-E58E-074A-B612-631325D26F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1D7B54D-FFFC-7C44-A6AA-BEAC7D0F722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9E03E26A-FA4B-8B4A-A95C-C6B5DAA15E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1520A19-9BB2-FD42-A951-1EC3917F2B5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7F072AE8-C16A-AE47-AAB6-7DA8E6A2EDB5}"/>
              </a:ext>
            </a:extLst>
          </p:cNvPr>
          <p:cNvSpPr>
            <a:spLocks noGrp="1"/>
          </p:cNvSpPr>
          <p:nvPr>
            <p:ph type="dt" sz="half" idx="10"/>
          </p:nvPr>
        </p:nvSpPr>
        <p:spPr/>
        <p:txBody>
          <a:bodyPr/>
          <a:lstStyle/>
          <a:p>
            <a:fld id="{346B9A5F-99BA-D64F-B72F-046429C75A71}" type="datetimeFigureOut">
              <a:rPr lang="en-CA" smtClean="0"/>
              <a:t>2020-10-04</a:t>
            </a:fld>
            <a:endParaRPr lang="en-CA"/>
          </a:p>
        </p:txBody>
      </p:sp>
      <p:sp>
        <p:nvSpPr>
          <p:cNvPr id="8" name="Footer Placeholder 7">
            <a:extLst>
              <a:ext uri="{FF2B5EF4-FFF2-40B4-BE49-F238E27FC236}">
                <a16:creationId xmlns:a16="http://schemas.microsoft.com/office/drawing/2014/main" id="{3EBCE455-5140-7940-96D3-A0ABD7F11381}"/>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B194F6A0-B51B-564F-94AE-C5D5938D58E2}"/>
              </a:ext>
            </a:extLst>
          </p:cNvPr>
          <p:cNvSpPr>
            <a:spLocks noGrp="1"/>
          </p:cNvSpPr>
          <p:nvPr>
            <p:ph type="sldNum" sz="quarter" idx="12"/>
          </p:nvPr>
        </p:nvSpPr>
        <p:spPr/>
        <p:txBody>
          <a:bodyPr/>
          <a:lstStyle/>
          <a:p>
            <a:fld id="{8CA33FCD-00E1-3C4B-9EB1-557DC6FD1AF5}" type="slidenum">
              <a:rPr lang="en-CA" smtClean="0"/>
              <a:t>‹#›</a:t>
            </a:fld>
            <a:endParaRPr lang="en-CA"/>
          </a:p>
        </p:txBody>
      </p:sp>
    </p:spTree>
    <p:extLst>
      <p:ext uri="{BB962C8B-B14F-4D97-AF65-F5344CB8AC3E}">
        <p14:creationId xmlns:p14="http://schemas.microsoft.com/office/powerpoint/2010/main" val="3405518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54F90-A659-8644-879C-76D734AFE10F}"/>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33DCB579-8C99-474D-99FF-0C76D6F390FF}"/>
              </a:ext>
            </a:extLst>
          </p:cNvPr>
          <p:cNvSpPr>
            <a:spLocks noGrp="1"/>
          </p:cNvSpPr>
          <p:nvPr>
            <p:ph type="dt" sz="half" idx="10"/>
          </p:nvPr>
        </p:nvSpPr>
        <p:spPr/>
        <p:txBody>
          <a:bodyPr/>
          <a:lstStyle/>
          <a:p>
            <a:fld id="{346B9A5F-99BA-D64F-B72F-046429C75A71}" type="datetimeFigureOut">
              <a:rPr lang="en-CA" smtClean="0"/>
              <a:t>2020-10-04</a:t>
            </a:fld>
            <a:endParaRPr lang="en-CA"/>
          </a:p>
        </p:txBody>
      </p:sp>
      <p:sp>
        <p:nvSpPr>
          <p:cNvPr id="4" name="Footer Placeholder 3">
            <a:extLst>
              <a:ext uri="{FF2B5EF4-FFF2-40B4-BE49-F238E27FC236}">
                <a16:creationId xmlns:a16="http://schemas.microsoft.com/office/drawing/2014/main" id="{68C1CE84-2606-CE4E-8CA8-8A0EB039BE97}"/>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9D755064-E84A-3244-B9FF-ED026A5192FF}"/>
              </a:ext>
            </a:extLst>
          </p:cNvPr>
          <p:cNvSpPr>
            <a:spLocks noGrp="1"/>
          </p:cNvSpPr>
          <p:nvPr>
            <p:ph type="sldNum" sz="quarter" idx="12"/>
          </p:nvPr>
        </p:nvSpPr>
        <p:spPr/>
        <p:txBody>
          <a:bodyPr/>
          <a:lstStyle/>
          <a:p>
            <a:fld id="{8CA33FCD-00E1-3C4B-9EB1-557DC6FD1AF5}" type="slidenum">
              <a:rPr lang="en-CA" smtClean="0"/>
              <a:t>‹#›</a:t>
            </a:fld>
            <a:endParaRPr lang="en-CA"/>
          </a:p>
        </p:txBody>
      </p:sp>
    </p:spTree>
    <p:extLst>
      <p:ext uri="{BB962C8B-B14F-4D97-AF65-F5344CB8AC3E}">
        <p14:creationId xmlns:p14="http://schemas.microsoft.com/office/powerpoint/2010/main" val="3539579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A18117-04A7-6D45-9198-28B96592C546}"/>
              </a:ext>
            </a:extLst>
          </p:cNvPr>
          <p:cNvSpPr>
            <a:spLocks noGrp="1"/>
          </p:cNvSpPr>
          <p:nvPr>
            <p:ph type="dt" sz="half" idx="10"/>
          </p:nvPr>
        </p:nvSpPr>
        <p:spPr/>
        <p:txBody>
          <a:bodyPr/>
          <a:lstStyle/>
          <a:p>
            <a:fld id="{346B9A5F-99BA-D64F-B72F-046429C75A71}" type="datetimeFigureOut">
              <a:rPr lang="en-CA" smtClean="0"/>
              <a:t>2020-10-04</a:t>
            </a:fld>
            <a:endParaRPr lang="en-CA"/>
          </a:p>
        </p:txBody>
      </p:sp>
      <p:sp>
        <p:nvSpPr>
          <p:cNvPr id="3" name="Footer Placeholder 2">
            <a:extLst>
              <a:ext uri="{FF2B5EF4-FFF2-40B4-BE49-F238E27FC236}">
                <a16:creationId xmlns:a16="http://schemas.microsoft.com/office/drawing/2014/main" id="{6467AE4B-974B-8948-B671-B82EB9849756}"/>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D7907AD1-0E6F-2E4E-8AFC-3851E53AB4CC}"/>
              </a:ext>
            </a:extLst>
          </p:cNvPr>
          <p:cNvSpPr>
            <a:spLocks noGrp="1"/>
          </p:cNvSpPr>
          <p:nvPr>
            <p:ph type="sldNum" sz="quarter" idx="12"/>
          </p:nvPr>
        </p:nvSpPr>
        <p:spPr/>
        <p:txBody>
          <a:bodyPr/>
          <a:lstStyle/>
          <a:p>
            <a:fld id="{8CA33FCD-00E1-3C4B-9EB1-557DC6FD1AF5}" type="slidenum">
              <a:rPr lang="en-CA" smtClean="0"/>
              <a:t>‹#›</a:t>
            </a:fld>
            <a:endParaRPr lang="en-CA"/>
          </a:p>
        </p:txBody>
      </p:sp>
    </p:spTree>
    <p:extLst>
      <p:ext uri="{BB962C8B-B14F-4D97-AF65-F5344CB8AC3E}">
        <p14:creationId xmlns:p14="http://schemas.microsoft.com/office/powerpoint/2010/main" val="3767665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74AB4-21B2-F34D-BF52-EB706E1017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6648D138-D698-3642-9B3C-46198D1CAD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8604A78E-6A93-FB43-91E9-366C24ED97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1C0CEA4-D90F-0648-8B27-FF49A84E576F}"/>
              </a:ext>
            </a:extLst>
          </p:cNvPr>
          <p:cNvSpPr>
            <a:spLocks noGrp="1"/>
          </p:cNvSpPr>
          <p:nvPr>
            <p:ph type="dt" sz="half" idx="10"/>
          </p:nvPr>
        </p:nvSpPr>
        <p:spPr/>
        <p:txBody>
          <a:bodyPr/>
          <a:lstStyle/>
          <a:p>
            <a:fld id="{346B9A5F-99BA-D64F-B72F-046429C75A71}" type="datetimeFigureOut">
              <a:rPr lang="en-CA" smtClean="0"/>
              <a:t>2020-10-04</a:t>
            </a:fld>
            <a:endParaRPr lang="en-CA"/>
          </a:p>
        </p:txBody>
      </p:sp>
      <p:sp>
        <p:nvSpPr>
          <p:cNvPr id="6" name="Footer Placeholder 5">
            <a:extLst>
              <a:ext uri="{FF2B5EF4-FFF2-40B4-BE49-F238E27FC236}">
                <a16:creationId xmlns:a16="http://schemas.microsoft.com/office/drawing/2014/main" id="{8AE20F87-BE82-8E4E-A976-206CE9C3370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EF2D653-4B74-8F49-B0F8-FF1436131C8F}"/>
              </a:ext>
            </a:extLst>
          </p:cNvPr>
          <p:cNvSpPr>
            <a:spLocks noGrp="1"/>
          </p:cNvSpPr>
          <p:nvPr>
            <p:ph type="sldNum" sz="quarter" idx="12"/>
          </p:nvPr>
        </p:nvSpPr>
        <p:spPr/>
        <p:txBody>
          <a:bodyPr/>
          <a:lstStyle/>
          <a:p>
            <a:fld id="{8CA33FCD-00E1-3C4B-9EB1-557DC6FD1AF5}" type="slidenum">
              <a:rPr lang="en-CA" smtClean="0"/>
              <a:t>‹#›</a:t>
            </a:fld>
            <a:endParaRPr lang="en-CA"/>
          </a:p>
        </p:txBody>
      </p:sp>
    </p:spTree>
    <p:extLst>
      <p:ext uri="{BB962C8B-B14F-4D97-AF65-F5344CB8AC3E}">
        <p14:creationId xmlns:p14="http://schemas.microsoft.com/office/powerpoint/2010/main" val="3414321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DD179-E0F1-4645-BE16-A124516BA0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04446002-8CA5-BF4C-8630-BD79F7B36E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68649C3C-478C-CB43-8848-ADA5AF5C83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2DC33C4-9C39-214C-82A3-3436CC0EF175}"/>
              </a:ext>
            </a:extLst>
          </p:cNvPr>
          <p:cNvSpPr>
            <a:spLocks noGrp="1"/>
          </p:cNvSpPr>
          <p:nvPr>
            <p:ph type="dt" sz="half" idx="10"/>
          </p:nvPr>
        </p:nvSpPr>
        <p:spPr/>
        <p:txBody>
          <a:bodyPr/>
          <a:lstStyle/>
          <a:p>
            <a:fld id="{346B9A5F-99BA-D64F-B72F-046429C75A71}" type="datetimeFigureOut">
              <a:rPr lang="en-CA" smtClean="0"/>
              <a:t>2020-10-04</a:t>
            </a:fld>
            <a:endParaRPr lang="en-CA"/>
          </a:p>
        </p:txBody>
      </p:sp>
      <p:sp>
        <p:nvSpPr>
          <p:cNvPr id="6" name="Footer Placeholder 5">
            <a:extLst>
              <a:ext uri="{FF2B5EF4-FFF2-40B4-BE49-F238E27FC236}">
                <a16:creationId xmlns:a16="http://schemas.microsoft.com/office/drawing/2014/main" id="{9E19B18A-BBD2-694A-B270-087A5BF93870}"/>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85A3241-E640-2845-BDEF-059C0BC919B4}"/>
              </a:ext>
            </a:extLst>
          </p:cNvPr>
          <p:cNvSpPr>
            <a:spLocks noGrp="1"/>
          </p:cNvSpPr>
          <p:nvPr>
            <p:ph type="sldNum" sz="quarter" idx="12"/>
          </p:nvPr>
        </p:nvSpPr>
        <p:spPr/>
        <p:txBody>
          <a:bodyPr/>
          <a:lstStyle/>
          <a:p>
            <a:fld id="{8CA33FCD-00E1-3C4B-9EB1-557DC6FD1AF5}" type="slidenum">
              <a:rPr lang="en-CA" smtClean="0"/>
              <a:t>‹#›</a:t>
            </a:fld>
            <a:endParaRPr lang="en-CA"/>
          </a:p>
        </p:txBody>
      </p:sp>
    </p:spTree>
    <p:extLst>
      <p:ext uri="{BB962C8B-B14F-4D97-AF65-F5344CB8AC3E}">
        <p14:creationId xmlns:p14="http://schemas.microsoft.com/office/powerpoint/2010/main" val="1836519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F3EF2-72B8-414F-A3D5-0E206F982196}"/>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79C52364-5D93-414F-A458-2C73E2E2CC8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059CF6C-0070-5941-B438-B2143DF823A6}"/>
              </a:ext>
            </a:extLst>
          </p:cNvPr>
          <p:cNvSpPr>
            <a:spLocks noGrp="1"/>
          </p:cNvSpPr>
          <p:nvPr>
            <p:ph type="dt" sz="half" idx="10"/>
          </p:nvPr>
        </p:nvSpPr>
        <p:spPr/>
        <p:txBody>
          <a:bodyPr/>
          <a:lstStyle/>
          <a:p>
            <a:fld id="{346B9A5F-99BA-D64F-B72F-046429C75A71}" type="datetimeFigureOut">
              <a:rPr lang="en-CA" smtClean="0"/>
              <a:t>2020-10-04</a:t>
            </a:fld>
            <a:endParaRPr lang="en-CA"/>
          </a:p>
        </p:txBody>
      </p:sp>
      <p:sp>
        <p:nvSpPr>
          <p:cNvPr id="5" name="Footer Placeholder 4">
            <a:extLst>
              <a:ext uri="{FF2B5EF4-FFF2-40B4-BE49-F238E27FC236}">
                <a16:creationId xmlns:a16="http://schemas.microsoft.com/office/drawing/2014/main" id="{6B6218C1-FC98-1443-BA18-574CA1EAACA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3549565-10AD-2C43-9AFB-3BEA0BD547AE}"/>
              </a:ext>
            </a:extLst>
          </p:cNvPr>
          <p:cNvSpPr>
            <a:spLocks noGrp="1"/>
          </p:cNvSpPr>
          <p:nvPr>
            <p:ph type="sldNum" sz="quarter" idx="12"/>
          </p:nvPr>
        </p:nvSpPr>
        <p:spPr/>
        <p:txBody>
          <a:bodyPr/>
          <a:lstStyle/>
          <a:p>
            <a:fld id="{8CA33FCD-00E1-3C4B-9EB1-557DC6FD1AF5}" type="slidenum">
              <a:rPr lang="en-CA" smtClean="0"/>
              <a:t>‹#›</a:t>
            </a:fld>
            <a:endParaRPr lang="en-CA"/>
          </a:p>
        </p:txBody>
      </p:sp>
    </p:spTree>
    <p:extLst>
      <p:ext uri="{BB962C8B-B14F-4D97-AF65-F5344CB8AC3E}">
        <p14:creationId xmlns:p14="http://schemas.microsoft.com/office/powerpoint/2010/main" val="187743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F197AF-56F0-8D40-B75A-ACFE2618843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409675B8-C112-F643-BF8D-633D1304595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668412F-4B2E-DE44-A01A-854201A0AC59}"/>
              </a:ext>
            </a:extLst>
          </p:cNvPr>
          <p:cNvSpPr>
            <a:spLocks noGrp="1"/>
          </p:cNvSpPr>
          <p:nvPr>
            <p:ph type="dt" sz="half" idx="10"/>
          </p:nvPr>
        </p:nvSpPr>
        <p:spPr/>
        <p:txBody>
          <a:bodyPr/>
          <a:lstStyle/>
          <a:p>
            <a:fld id="{346B9A5F-99BA-D64F-B72F-046429C75A71}" type="datetimeFigureOut">
              <a:rPr lang="en-CA" smtClean="0"/>
              <a:t>2020-10-04</a:t>
            </a:fld>
            <a:endParaRPr lang="en-CA"/>
          </a:p>
        </p:txBody>
      </p:sp>
      <p:sp>
        <p:nvSpPr>
          <p:cNvPr id="5" name="Footer Placeholder 4">
            <a:extLst>
              <a:ext uri="{FF2B5EF4-FFF2-40B4-BE49-F238E27FC236}">
                <a16:creationId xmlns:a16="http://schemas.microsoft.com/office/drawing/2014/main" id="{7F751289-A370-EA4D-8DD1-EE44ED3183C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96DAA82-B893-8C4F-B949-BBAAC7AA62BD}"/>
              </a:ext>
            </a:extLst>
          </p:cNvPr>
          <p:cNvSpPr>
            <a:spLocks noGrp="1"/>
          </p:cNvSpPr>
          <p:nvPr>
            <p:ph type="sldNum" sz="quarter" idx="12"/>
          </p:nvPr>
        </p:nvSpPr>
        <p:spPr/>
        <p:txBody>
          <a:bodyPr/>
          <a:lstStyle/>
          <a:p>
            <a:fld id="{8CA33FCD-00E1-3C4B-9EB1-557DC6FD1AF5}" type="slidenum">
              <a:rPr lang="en-CA" smtClean="0"/>
              <a:t>‹#›</a:t>
            </a:fld>
            <a:endParaRPr lang="en-CA"/>
          </a:p>
        </p:txBody>
      </p:sp>
    </p:spTree>
    <p:extLst>
      <p:ext uri="{BB962C8B-B14F-4D97-AF65-F5344CB8AC3E}">
        <p14:creationId xmlns:p14="http://schemas.microsoft.com/office/powerpoint/2010/main" val="2402371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BEBD0C-38BD-DB42-8E18-17ADA6A08A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0E3554FF-F43C-DB4E-A8EB-E0C84D874F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3E9BB94-CA95-6649-9E3C-B5989D3FF1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6B9A5F-99BA-D64F-B72F-046429C75A71}" type="datetimeFigureOut">
              <a:rPr lang="en-CA" smtClean="0"/>
              <a:t>2020-10-04</a:t>
            </a:fld>
            <a:endParaRPr lang="en-CA"/>
          </a:p>
        </p:txBody>
      </p:sp>
      <p:sp>
        <p:nvSpPr>
          <p:cNvPr id="5" name="Footer Placeholder 4">
            <a:extLst>
              <a:ext uri="{FF2B5EF4-FFF2-40B4-BE49-F238E27FC236}">
                <a16:creationId xmlns:a16="http://schemas.microsoft.com/office/drawing/2014/main" id="{B719657D-1D70-4F41-9AF6-774B306727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B56BE09D-5152-B044-BF8F-35A4918810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A33FCD-00E1-3C4B-9EB1-557DC6FD1AF5}" type="slidenum">
              <a:rPr lang="en-CA" smtClean="0"/>
              <a:t>‹#›</a:t>
            </a:fld>
            <a:endParaRPr lang="en-CA"/>
          </a:p>
        </p:txBody>
      </p:sp>
    </p:spTree>
    <p:extLst>
      <p:ext uri="{BB962C8B-B14F-4D97-AF65-F5344CB8AC3E}">
        <p14:creationId xmlns:p14="http://schemas.microsoft.com/office/powerpoint/2010/main" val="2529599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eb2.uvcs.uvic.ca/courses/elc/studyzone/330/grammar/pastnq.htm" TargetMode="External"/><Relationship Id="rId2" Type="http://schemas.openxmlformats.org/officeDocument/2006/relationships/hyperlink" Target="https://web2.uvcs.uvic.ca/courses/elc/studyzone/330/grammar/presnq.htm" TargetMode="External"/><Relationship Id="rId1" Type="http://schemas.openxmlformats.org/officeDocument/2006/relationships/slideLayout" Target="../slideLayouts/slideLayout2.xml"/><Relationship Id="rId4" Type="http://schemas.openxmlformats.org/officeDocument/2006/relationships/hyperlink" Target="https://web2.uvcs.uvic.ca/courses/elc/studyzone/330/grammar/pcontnq.ht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267A55A-95A6-C54A-8B56-91101A7579C9}"/>
              </a:ext>
            </a:extLst>
          </p:cNvPr>
          <p:cNvSpPr txBox="1"/>
          <p:nvPr/>
        </p:nvSpPr>
        <p:spPr>
          <a:xfrm>
            <a:off x="4374777" y="2502928"/>
            <a:ext cx="4069976" cy="1446550"/>
          </a:xfrm>
          <a:prstGeom prst="rect">
            <a:avLst/>
          </a:prstGeom>
          <a:solidFill>
            <a:schemeClr val="bg1">
              <a:lumMod val="85000"/>
              <a:alpha val="76000"/>
            </a:schemeClr>
          </a:solidFill>
        </p:spPr>
        <p:txBody>
          <a:bodyPr wrap="square" rtlCol="0">
            <a:spAutoFit/>
          </a:bodyPr>
          <a:lstStyle/>
          <a:p>
            <a:pPr algn="ctr"/>
            <a:r>
              <a:rPr lang="en-CA" sz="6000" dirty="0"/>
              <a:t>English 101 </a:t>
            </a:r>
          </a:p>
          <a:p>
            <a:pPr algn="ctr"/>
            <a:r>
              <a:rPr lang="en-CA" sz="2800" dirty="0"/>
              <a:t>Week 5</a:t>
            </a:r>
          </a:p>
        </p:txBody>
      </p:sp>
    </p:spTree>
    <p:extLst>
      <p:ext uri="{BB962C8B-B14F-4D97-AF65-F5344CB8AC3E}">
        <p14:creationId xmlns:p14="http://schemas.microsoft.com/office/powerpoint/2010/main" val="1850230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9BD11-386F-B645-887B-0708329B7C1D}"/>
              </a:ext>
            </a:extLst>
          </p:cNvPr>
          <p:cNvSpPr>
            <a:spLocks noGrp="1"/>
          </p:cNvSpPr>
          <p:nvPr>
            <p:ph type="title"/>
          </p:nvPr>
        </p:nvSpPr>
        <p:spPr>
          <a:solidFill>
            <a:schemeClr val="bg1">
              <a:lumMod val="85000"/>
              <a:alpha val="88000"/>
            </a:schemeClr>
          </a:solidFill>
        </p:spPr>
        <p:txBody>
          <a:bodyPr/>
          <a:lstStyle/>
          <a:p>
            <a:r>
              <a:rPr lang="en-CA" dirty="0"/>
              <a:t>Today</a:t>
            </a:r>
          </a:p>
        </p:txBody>
      </p:sp>
      <p:sp>
        <p:nvSpPr>
          <p:cNvPr id="3" name="Content Placeholder 2">
            <a:extLst>
              <a:ext uri="{FF2B5EF4-FFF2-40B4-BE49-F238E27FC236}">
                <a16:creationId xmlns:a16="http://schemas.microsoft.com/office/drawing/2014/main" id="{EC1B1A8F-8993-2B4D-879F-2271748873E7}"/>
              </a:ext>
            </a:extLst>
          </p:cNvPr>
          <p:cNvSpPr>
            <a:spLocks noGrp="1"/>
          </p:cNvSpPr>
          <p:nvPr>
            <p:ph idx="1"/>
          </p:nvPr>
        </p:nvSpPr>
        <p:spPr>
          <a:solidFill>
            <a:schemeClr val="bg1">
              <a:lumMod val="85000"/>
              <a:alpha val="88000"/>
            </a:schemeClr>
          </a:solidFill>
        </p:spPr>
        <p:txBody>
          <a:bodyPr/>
          <a:lstStyle/>
          <a:p>
            <a:r>
              <a:rPr lang="en-CA" dirty="0"/>
              <a:t>Results of reading exam</a:t>
            </a:r>
          </a:p>
          <a:p>
            <a:r>
              <a:rPr lang="en-CA" dirty="0"/>
              <a:t>Reading test strategies</a:t>
            </a:r>
          </a:p>
          <a:p>
            <a:r>
              <a:rPr lang="en-CA" dirty="0"/>
              <a:t>Listening exam</a:t>
            </a:r>
          </a:p>
          <a:p>
            <a:r>
              <a:rPr lang="en-CA" dirty="0"/>
              <a:t>Survey questions</a:t>
            </a:r>
          </a:p>
          <a:p>
            <a:r>
              <a:rPr lang="en-CA" dirty="0"/>
              <a:t>Preparation for summative speaking exam</a:t>
            </a:r>
          </a:p>
        </p:txBody>
      </p:sp>
    </p:spTree>
    <p:extLst>
      <p:ext uri="{BB962C8B-B14F-4D97-AF65-F5344CB8AC3E}">
        <p14:creationId xmlns:p14="http://schemas.microsoft.com/office/powerpoint/2010/main" val="4150773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CEA82-804B-924A-AFDD-AF38A29C9C09}"/>
              </a:ext>
            </a:extLst>
          </p:cNvPr>
          <p:cNvSpPr>
            <a:spLocks noGrp="1"/>
          </p:cNvSpPr>
          <p:nvPr>
            <p:ph type="title"/>
          </p:nvPr>
        </p:nvSpPr>
        <p:spPr>
          <a:solidFill>
            <a:schemeClr val="bg1">
              <a:lumMod val="85000"/>
              <a:alpha val="88000"/>
            </a:schemeClr>
          </a:solidFill>
        </p:spPr>
        <p:txBody>
          <a:bodyPr/>
          <a:lstStyle/>
          <a:p>
            <a:r>
              <a:rPr lang="en-CA" dirty="0"/>
              <a:t>Reading test</a:t>
            </a:r>
          </a:p>
        </p:txBody>
      </p:sp>
      <p:sp>
        <p:nvSpPr>
          <p:cNvPr id="3" name="Content Placeholder 2">
            <a:extLst>
              <a:ext uri="{FF2B5EF4-FFF2-40B4-BE49-F238E27FC236}">
                <a16:creationId xmlns:a16="http://schemas.microsoft.com/office/drawing/2014/main" id="{CDB8C53D-43BC-094F-8E47-7C45ADEE3B96}"/>
              </a:ext>
            </a:extLst>
          </p:cNvPr>
          <p:cNvSpPr>
            <a:spLocks noGrp="1"/>
          </p:cNvSpPr>
          <p:nvPr>
            <p:ph idx="1"/>
          </p:nvPr>
        </p:nvSpPr>
        <p:spPr>
          <a:solidFill>
            <a:schemeClr val="bg1">
              <a:lumMod val="85000"/>
              <a:alpha val="88000"/>
            </a:schemeClr>
          </a:solidFill>
        </p:spPr>
        <p:txBody>
          <a:bodyPr/>
          <a:lstStyle/>
          <a:p>
            <a:r>
              <a:rPr lang="en-CA" dirty="0"/>
              <a:t>Please go to “Assignments,” “Summative reading evaluation 1” to see your results</a:t>
            </a:r>
          </a:p>
          <a:p>
            <a:r>
              <a:rPr lang="en-CA" dirty="0"/>
              <a:t>Some students have a general comment at the top; most have comments related to the questions.  Please read all comments.</a:t>
            </a:r>
          </a:p>
        </p:txBody>
      </p:sp>
    </p:spTree>
    <p:extLst>
      <p:ext uri="{BB962C8B-B14F-4D97-AF65-F5344CB8AC3E}">
        <p14:creationId xmlns:p14="http://schemas.microsoft.com/office/powerpoint/2010/main" val="3059944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132F4-BA45-0547-B7D0-72DD0BAA03E4}"/>
              </a:ext>
            </a:extLst>
          </p:cNvPr>
          <p:cNvSpPr>
            <a:spLocks noGrp="1"/>
          </p:cNvSpPr>
          <p:nvPr>
            <p:ph type="title"/>
          </p:nvPr>
        </p:nvSpPr>
        <p:spPr>
          <a:solidFill>
            <a:schemeClr val="bg1">
              <a:lumMod val="85000"/>
              <a:alpha val="88000"/>
            </a:schemeClr>
          </a:solidFill>
        </p:spPr>
        <p:txBody>
          <a:bodyPr/>
          <a:lstStyle/>
          <a:p>
            <a:r>
              <a:rPr lang="en-CA" dirty="0"/>
              <a:t>Reading test strategies</a:t>
            </a:r>
          </a:p>
        </p:txBody>
      </p:sp>
      <p:sp>
        <p:nvSpPr>
          <p:cNvPr id="3" name="Content Placeholder 2">
            <a:extLst>
              <a:ext uri="{FF2B5EF4-FFF2-40B4-BE49-F238E27FC236}">
                <a16:creationId xmlns:a16="http://schemas.microsoft.com/office/drawing/2014/main" id="{55456A61-334F-5843-B251-865B95EE0142}"/>
              </a:ext>
            </a:extLst>
          </p:cNvPr>
          <p:cNvSpPr>
            <a:spLocks noGrp="1"/>
          </p:cNvSpPr>
          <p:nvPr>
            <p:ph idx="1"/>
          </p:nvPr>
        </p:nvSpPr>
        <p:spPr>
          <a:xfrm>
            <a:off x="838200" y="1825625"/>
            <a:ext cx="10515600" cy="1652681"/>
          </a:xfrm>
          <a:solidFill>
            <a:schemeClr val="bg1">
              <a:lumMod val="85000"/>
              <a:alpha val="89000"/>
            </a:schemeClr>
          </a:solidFill>
        </p:spPr>
        <p:txBody>
          <a:bodyPr>
            <a:normAutofit/>
          </a:bodyPr>
          <a:lstStyle/>
          <a:p>
            <a:r>
              <a:rPr lang="en-CA" sz="2400" dirty="0"/>
              <a:t>A reading (or listening) test is about demonstrating your comprehension of what is written (or said) in the text. </a:t>
            </a:r>
          </a:p>
          <a:p>
            <a:r>
              <a:rPr lang="en-CA" sz="2400" dirty="0"/>
              <a:t>Sometimes responses are just incomplete or off track.  </a:t>
            </a:r>
          </a:p>
          <a:p>
            <a:endParaRPr lang="en-CA" dirty="0"/>
          </a:p>
          <a:p>
            <a:endParaRPr lang="en-CA" dirty="0"/>
          </a:p>
        </p:txBody>
      </p:sp>
      <p:sp>
        <p:nvSpPr>
          <p:cNvPr id="5" name="TextBox 4">
            <a:extLst>
              <a:ext uri="{FF2B5EF4-FFF2-40B4-BE49-F238E27FC236}">
                <a16:creationId xmlns:a16="http://schemas.microsoft.com/office/drawing/2014/main" id="{DD54C20E-1011-9B40-8308-78C0616A6AA6}"/>
              </a:ext>
            </a:extLst>
          </p:cNvPr>
          <p:cNvSpPr txBox="1"/>
          <p:nvPr/>
        </p:nvSpPr>
        <p:spPr>
          <a:xfrm>
            <a:off x="838200" y="3729322"/>
            <a:ext cx="10515600" cy="2215991"/>
          </a:xfrm>
          <a:prstGeom prst="rect">
            <a:avLst/>
          </a:prstGeom>
          <a:solidFill>
            <a:schemeClr val="bg1">
              <a:lumMod val="85000"/>
              <a:alpha val="88000"/>
            </a:schemeClr>
          </a:solidFill>
        </p:spPr>
        <p:txBody>
          <a:bodyPr wrap="square" rtlCol="0">
            <a:spAutoFit/>
          </a:bodyPr>
          <a:lstStyle/>
          <a:p>
            <a:r>
              <a:rPr lang="en-CA" sz="2400" dirty="0"/>
              <a:t>Here’s an example: </a:t>
            </a:r>
          </a:p>
          <a:p>
            <a:r>
              <a:rPr lang="en-CA" sz="2400" dirty="0"/>
              <a:t>Q: “Does immersion in nature benefit only some types of people? Explain.”</a:t>
            </a:r>
          </a:p>
          <a:p>
            <a:r>
              <a:rPr lang="en-CA" sz="2400" dirty="0"/>
              <a:t>A: “Yes, the people who spend at least 2 cumulative hours a week outside.”</a:t>
            </a:r>
          </a:p>
          <a:p>
            <a:endParaRPr lang="en-CA" sz="2400" dirty="0"/>
          </a:p>
          <a:p>
            <a:r>
              <a:rPr lang="en-CA" sz="2400" dirty="0"/>
              <a:t>(the student didn’t take “types of people” into account in their answer)</a:t>
            </a:r>
          </a:p>
          <a:p>
            <a:endParaRPr lang="en-CA" dirty="0"/>
          </a:p>
        </p:txBody>
      </p:sp>
    </p:spTree>
    <p:extLst>
      <p:ext uri="{BB962C8B-B14F-4D97-AF65-F5344CB8AC3E}">
        <p14:creationId xmlns:p14="http://schemas.microsoft.com/office/powerpoint/2010/main" val="696527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132F4-BA45-0547-B7D0-72DD0BAA03E4}"/>
              </a:ext>
            </a:extLst>
          </p:cNvPr>
          <p:cNvSpPr>
            <a:spLocks noGrp="1"/>
          </p:cNvSpPr>
          <p:nvPr>
            <p:ph type="title"/>
          </p:nvPr>
        </p:nvSpPr>
        <p:spPr>
          <a:solidFill>
            <a:schemeClr val="bg1">
              <a:lumMod val="85000"/>
              <a:alpha val="88000"/>
            </a:schemeClr>
          </a:solidFill>
        </p:spPr>
        <p:txBody>
          <a:bodyPr/>
          <a:lstStyle/>
          <a:p>
            <a:r>
              <a:rPr lang="en-CA" dirty="0"/>
              <a:t>Reading test strategies</a:t>
            </a:r>
          </a:p>
        </p:txBody>
      </p:sp>
      <p:sp>
        <p:nvSpPr>
          <p:cNvPr id="3" name="Content Placeholder 2">
            <a:extLst>
              <a:ext uri="{FF2B5EF4-FFF2-40B4-BE49-F238E27FC236}">
                <a16:creationId xmlns:a16="http://schemas.microsoft.com/office/drawing/2014/main" id="{55456A61-334F-5843-B251-865B95EE0142}"/>
              </a:ext>
            </a:extLst>
          </p:cNvPr>
          <p:cNvSpPr>
            <a:spLocks noGrp="1"/>
          </p:cNvSpPr>
          <p:nvPr>
            <p:ph idx="1"/>
          </p:nvPr>
        </p:nvSpPr>
        <p:spPr>
          <a:xfrm>
            <a:off x="838200" y="1861484"/>
            <a:ext cx="10515600" cy="953434"/>
          </a:xfrm>
          <a:solidFill>
            <a:schemeClr val="bg1">
              <a:lumMod val="85000"/>
              <a:alpha val="88000"/>
            </a:schemeClr>
          </a:solidFill>
        </p:spPr>
        <p:txBody>
          <a:bodyPr>
            <a:normAutofit/>
          </a:bodyPr>
          <a:lstStyle/>
          <a:p>
            <a:r>
              <a:rPr lang="en-CA" sz="2400" dirty="0"/>
              <a:t>Sometimes responses reflect ideas learned in other classes or in other reading or listening exercises:   </a:t>
            </a:r>
          </a:p>
          <a:p>
            <a:endParaRPr lang="en-CA" dirty="0"/>
          </a:p>
          <a:p>
            <a:endParaRPr lang="en-CA" dirty="0"/>
          </a:p>
        </p:txBody>
      </p:sp>
      <p:sp>
        <p:nvSpPr>
          <p:cNvPr id="5" name="TextBox 4">
            <a:extLst>
              <a:ext uri="{FF2B5EF4-FFF2-40B4-BE49-F238E27FC236}">
                <a16:creationId xmlns:a16="http://schemas.microsoft.com/office/drawing/2014/main" id="{DD54C20E-1011-9B40-8308-78C0616A6AA6}"/>
              </a:ext>
            </a:extLst>
          </p:cNvPr>
          <p:cNvSpPr txBox="1"/>
          <p:nvPr/>
        </p:nvSpPr>
        <p:spPr>
          <a:xfrm>
            <a:off x="838200" y="3119722"/>
            <a:ext cx="10515600" cy="1938992"/>
          </a:xfrm>
          <a:prstGeom prst="rect">
            <a:avLst/>
          </a:prstGeom>
          <a:solidFill>
            <a:schemeClr val="bg1">
              <a:lumMod val="85000"/>
              <a:alpha val="88000"/>
            </a:schemeClr>
          </a:solidFill>
        </p:spPr>
        <p:txBody>
          <a:bodyPr wrap="square" rtlCol="0">
            <a:spAutoFit/>
          </a:bodyPr>
          <a:lstStyle/>
          <a:p>
            <a:r>
              <a:rPr lang="en-CA" sz="2400" dirty="0"/>
              <a:t>Q: “Why does the author of this text mention smartphones and technology?”</a:t>
            </a:r>
          </a:p>
          <a:p>
            <a:endParaRPr lang="en-CA" sz="2400" dirty="0"/>
          </a:p>
          <a:p>
            <a:r>
              <a:rPr lang="en-CA" sz="2400" dirty="0"/>
              <a:t>A: “they need to use smartphone and technology to bring nature to us because their popularity is getting higher and everybody use one. They need to co-opt technology and nature..”</a:t>
            </a:r>
          </a:p>
        </p:txBody>
      </p:sp>
      <p:sp>
        <p:nvSpPr>
          <p:cNvPr id="4" name="TextBox 3">
            <a:extLst>
              <a:ext uri="{FF2B5EF4-FFF2-40B4-BE49-F238E27FC236}">
                <a16:creationId xmlns:a16="http://schemas.microsoft.com/office/drawing/2014/main" id="{CFE19441-45DE-A04F-8237-68D55E0B6170}"/>
              </a:ext>
            </a:extLst>
          </p:cNvPr>
          <p:cNvSpPr txBox="1"/>
          <p:nvPr/>
        </p:nvSpPr>
        <p:spPr>
          <a:xfrm>
            <a:off x="838200" y="5414686"/>
            <a:ext cx="10515600" cy="1200329"/>
          </a:xfrm>
          <a:prstGeom prst="rect">
            <a:avLst/>
          </a:prstGeom>
          <a:solidFill>
            <a:schemeClr val="bg1">
              <a:lumMod val="85000"/>
              <a:alpha val="88000"/>
            </a:schemeClr>
          </a:solidFill>
        </p:spPr>
        <p:txBody>
          <a:bodyPr wrap="square" rtlCol="0">
            <a:spAutoFit/>
          </a:bodyPr>
          <a:lstStyle/>
          <a:p>
            <a:r>
              <a:rPr lang="en-CA" sz="2400" dirty="0"/>
              <a:t>The student used ideas and vocabulary from the listening practice two weeks ago, which is admirable and impressive, but it doesn’t show comprehension of the details of </a:t>
            </a:r>
            <a:r>
              <a:rPr lang="en-CA" sz="2400" b="1" dirty="0"/>
              <a:t>this</a:t>
            </a:r>
            <a:r>
              <a:rPr lang="en-CA" sz="2400" dirty="0"/>
              <a:t> text.</a:t>
            </a:r>
          </a:p>
        </p:txBody>
      </p:sp>
    </p:spTree>
    <p:extLst>
      <p:ext uri="{BB962C8B-B14F-4D97-AF65-F5344CB8AC3E}">
        <p14:creationId xmlns:p14="http://schemas.microsoft.com/office/powerpoint/2010/main" val="666631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132F4-BA45-0547-B7D0-72DD0BAA03E4}"/>
              </a:ext>
            </a:extLst>
          </p:cNvPr>
          <p:cNvSpPr>
            <a:spLocks noGrp="1"/>
          </p:cNvSpPr>
          <p:nvPr>
            <p:ph type="title"/>
          </p:nvPr>
        </p:nvSpPr>
        <p:spPr>
          <a:solidFill>
            <a:schemeClr val="bg1">
              <a:lumMod val="85000"/>
              <a:alpha val="88000"/>
            </a:schemeClr>
          </a:solidFill>
        </p:spPr>
        <p:txBody>
          <a:bodyPr/>
          <a:lstStyle/>
          <a:p>
            <a:r>
              <a:rPr lang="en-CA" dirty="0"/>
              <a:t>Reading test strategies</a:t>
            </a:r>
          </a:p>
        </p:txBody>
      </p:sp>
      <p:sp>
        <p:nvSpPr>
          <p:cNvPr id="3" name="Content Placeholder 2">
            <a:extLst>
              <a:ext uri="{FF2B5EF4-FFF2-40B4-BE49-F238E27FC236}">
                <a16:creationId xmlns:a16="http://schemas.microsoft.com/office/drawing/2014/main" id="{55456A61-334F-5843-B251-865B95EE0142}"/>
              </a:ext>
            </a:extLst>
          </p:cNvPr>
          <p:cNvSpPr>
            <a:spLocks noGrp="1"/>
          </p:cNvSpPr>
          <p:nvPr>
            <p:ph idx="1"/>
          </p:nvPr>
        </p:nvSpPr>
        <p:spPr>
          <a:xfrm>
            <a:off x="838200" y="1825625"/>
            <a:ext cx="10515600" cy="4074339"/>
          </a:xfrm>
          <a:solidFill>
            <a:schemeClr val="bg1">
              <a:lumMod val="85000"/>
              <a:alpha val="88000"/>
            </a:schemeClr>
          </a:solidFill>
        </p:spPr>
        <p:txBody>
          <a:bodyPr/>
          <a:lstStyle/>
          <a:p>
            <a:r>
              <a:rPr lang="en-CA" dirty="0"/>
              <a:t>Q: What is a “forest school” and is it a good idea? (use your comprehension of the information in this text to answer).</a:t>
            </a:r>
          </a:p>
        </p:txBody>
      </p:sp>
      <p:sp>
        <p:nvSpPr>
          <p:cNvPr id="4" name="Rectangle 3">
            <a:extLst>
              <a:ext uri="{FF2B5EF4-FFF2-40B4-BE49-F238E27FC236}">
                <a16:creationId xmlns:a16="http://schemas.microsoft.com/office/drawing/2014/main" id="{7E9A7FBE-182B-904B-AF35-C988EAAE9FFB}"/>
              </a:ext>
            </a:extLst>
          </p:cNvPr>
          <p:cNvSpPr/>
          <p:nvPr/>
        </p:nvSpPr>
        <p:spPr>
          <a:xfrm>
            <a:off x="1073524" y="2760643"/>
            <a:ext cx="4522694" cy="2462213"/>
          </a:xfrm>
          <a:prstGeom prst="rect">
            <a:avLst/>
          </a:prstGeom>
        </p:spPr>
        <p:txBody>
          <a:bodyPr wrap="square">
            <a:spAutoFit/>
          </a:bodyPr>
          <a:lstStyle/>
          <a:p>
            <a:r>
              <a:rPr lang="en-CA" sz="2200" b="0" i="0" dirty="0">
                <a:solidFill>
                  <a:srgbClr val="323130"/>
                </a:solidFill>
                <a:effectLst/>
              </a:rPr>
              <a:t>A: a forest school is an outdoor school. I think that it is a good idea since nature can improve learning. It could develop creativity and make it easier for the students to focus. Not to mention that they will be able to deal with stress more </a:t>
            </a:r>
            <a:r>
              <a:rPr lang="en-CA" sz="2200" b="0" i="0" dirty="0" err="1">
                <a:solidFill>
                  <a:srgbClr val="323130"/>
                </a:solidFill>
                <a:effectLst/>
              </a:rPr>
              <a:t>effectivley</a:t>
            </a:r>
            <a:r>
              <a:rPr lang="en-CA" sz="2200" b="0" i="0" dirty="0">
                <a:solidFill>
                  <a:srgbClr val="323130"/>
                </a:solidFill>
                <a:effectLst/>
              </a:rPr>
              <a:t>.</a:t>
            </a:r>
            <a:endParaRPr lang="en-CA" sz="2200" dirty="0"/>
          </a:p>
        </p:txBody>
      </p:sp>
      <p:sp>
        <p:nvSpPr>
          <p:cNvPr id="6" name="Rectangle 5">
            <a:extLst>
              <a:ext uri="{FF2B5EF4-FFF2-40B4-BE49-F238E27FC236}">
                <a16:creationId xmlns:a16="http://schemas.microsoft.com/office/drawing/2014/main" id="{E5C5B6FD-E1CF-1A44-AEB1-75A1D9A8064D}"/>
              </a:ext>
            </a:extLst>
          </p:cNvPr>
          <p:cNvSpPr/>
          <p:nvPr/>
        </p:nvSpPr>
        <p:spPr>
          <a:xfrm>
            <a:off x="5831541" y="2760643"/>
            <a:ext cx="5396753" cy="3139321"/>
          </a:xfrm>
          <a:prstGeom prst="rect">
            <a:avLst/>
          </a:prstGeom>
          <a:noFill/>
        </p:spPr>
        <p:txBody>
          <a:bodyPr wrap="square">
            <a:spAutoFit/>
          </a:bodyPr>
          <a:lstStyle/>
          <a:p>
            <a:r>
              <a:rPr lang="en-CA" sz="2200" dirty="0"/>
              <a:t>A ''Forest school'' is a normal class but outdoor. I think that's a great idea and we should have more of these here because, when </a:t>
            </a:r>
            <a:r>
              <a:rPr lang="en-CA" sz="2200" dirty="0" err="1"/>
              <a:t>i</a:t>
            </a:r>
            <a:r>
              <a:rPr lang="en-CA" sz="2200" dirty="0"/>
              <a:t> was young </a:t>
            </a:r>
            <a:r>
              <a:rPr lang="en-CA" sz="2200" dirty="0" err="1"/>
              <a:t>i</a:t>
            </a:r>
            <a:r>
              <a:rPr lang="en-CA" sz="2200" dirty="0"/>
              <a:t> remember looking out from the window and thinking : it 'll be cool to take a class outside, and </a:t>
            </a:r>
            <a:r>
              <a:rPr lang="en-CA" sz="2200" dirty="0" err="1"/>
              <a:t>i</a:t>
            </a:r>
            <a:r>
              <a:rPr lang="en-CA" sz="2200" dirty="0"/>
              <a:t> was pumped that my teacher put that idea in motion.. But, these classes should be just like 1 time per week, not to much .</a:t>
            </a:r>
          </a:p>
        </p:txBody>
      </p:sp>
      <p:sp>
        <p:nvSpPr>
          <p:cNvPr id="7" name="TextBox 6">
            <a:extLst>
              <a:ext uri="{FF2B5EF4-FFF2-40B4-BE49-F238E27FC236}">
                <a16:creationId xmlns:a16="http://schemas.microsoft.com/office/drawing/2014/main" id="{ADF483F9-A413-8B40-A0F0-4C62AFD130DC}"/>
              </a:ext>
            </a:extLst>
          </p:cNvPr>
          <p:cNvSpPr txBox="1"/>
          <p:nvPr/>
        </p:nvSpPr>
        <p:spPr>
          <a:xfrm>
            <a:off x="874058" y="6042215"/>
            <a:ext cx="10515600" cy="769441"/>
          </a:xfrm>
          <a:prstGeom prst="rect">
            <a:avLst/>
          </a:prstGeom>
          <a:solidFill>
            <a:schemeClr val="bg1">
              <a:lumMod val="85000"/>
              <a:alpha val="88000"/>
            </a:schemeClr>
          </a:solidFill>
        </p:spPr>
        <p:txBody>
          <a:bodyPr wrap="square" rtlCol="0">
            <a:spAutoFit/>
          </a:bodyPr>
          <a:lstStyle/>
          <a:p>
            <a:r>
              <a:rPr lang="en-CA" sz="2200" dirty="0"/>
              <a:t>Although both are interesting and inspiring, only one of these answers reflects ideas taken from the text</a:t>
            </a:r>
          </a:p>
        </p:txBody>
      </p:sp>
    </p:spTree>
    <p:extLst>
      <p:ext uri="{BB962C8B-B14F-4D97-AF65-F5344CB8AC3E}">
        <p14:creationId xmlns:p14="http://schemas.microsoft.com/office/powerpoint/2010/main" val="3690219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70269-7DA5-944C-98B2-1538C4CD3BDA}"/>
              </a:ext>
            </a:extLst>
          </p:cNvPr>
          <p:cNvSpPr>
            <a:spLocks noGrp="1"/>
          </p:cNvSpPr>
          <p:nvPr>
            <p:ph type="title"/>
          </p:nvPr>
        </p:nvSpPr>
        <p:spPr>
          <a:solidFill>
            <a:schemeClr val="bg1">
              <a:lumMod val="85000"/>
              <a:alpha val="88000"/>
            </a:schemeClr>
          </a:solidFill>
        </p:spPr>
        <p:txBody>
          <a:bodyPr/>
          <a:lstStyle/>
          <a:p>
            <a:r>
              <a:rPr lang="en-CA" dirty="0"/>
              <a:t>Listening test</a:t>
            </a:r>
          </a:p>
        </p:txBody>
      </p:sp>
      <p:sp>
        <p:nvSpPr>
          <p:cNvPr id="3" name="Content Placeholder 2">
            <a:extLst>
              <a:ext uri="{FF2B5EF4-FFF2-40B4-BE49-F238E27FC236}">
                <a16:creationId xmlns:a16="http://schemas.microsoft.com/office/drawing/2014/main" id="{D25A94CE-9605-044D-BC9C-148DFFA31C68}"/>
              </a:ext>
            </a:extLst>
          </p:cNvPr>
          <p:cNvSpPr>
            <a:spLocks noGrp="1"/>
          </p:cNvSpPr>
          <p:nvPr>
            <p:ph idx="1"/>
          </p:nvPr>
        </p:nvSpPr>
        <p:spPr>
          <a:solidFill>
            <a:schemeClr val="bg1">
              <a:lumMod val="85000"/>
              <a:alpha val="88000"/>
            </a:schemeClr>
          </a:solidFill>
        </p:spPr>
        <p:txBody>
          <a:bodyPr/>
          <a:lstStyle/>
          <a:p>
            <a:r>
              <a:rPr lang="en-CA" dirty="0"/>
              <a:t>Go to ”Assignments” – “Summative Listening Evaluation 1”</a:t>
            </a:r>
          </a:p>
          <a:p>
            <a:r>
              <a:rPr lang="en-CA" dirty="0"/>
              <a:t>Review the vocabulary and the questions</a:t>
            </a:r>
          </a:p>
          <a:p>
            <a:endParaRPr lang="en-CA" dirty="0"/>
          </a:p>
          <a:p>
            <a:r>
              <a:rPr lang="en-CA" dirty="0"/>
              <a:t>Your teacher will play the audio twice: </a:t>
            </a:r>
          </a:p>
        </p:txBody>
      </p:sp>
      <p:sp>
        <p:nvSpPr>
          <p:cNvPr id="4" name="TextBox 3">
            <a:extLst>
              <a:ext uri="{FF2B5EF4-FFF2-40B4-BE49-F238E27FC236}">
                <a16:creationId xmlns:a16="http://schemas.microsoft.com/office/drawing/2014/main" id="{EE666553-362D-4641-B10D-5FAB9D3C9797}"/>
              </a:ext>
            </a:extLst>
          </p:cNvPr>
          <p:cNvSpPr txBox="1"/>
          <p:nvPr/>
        </p:nvSpPr>
        <p:spPr>
          <a:xfrm>
            <a:off x="1043271" y="3839929"/>
            <a:ext cx="1721224" cy="2123658"/>
          </a:xfrm>
          <a:prstGeom prst="rect">
            <a:avLst/>
          </a:prstGeom>
          <a:solidFill>
            <a:schemeClr val="accent4">
              <a:lumMod val="60000"/>
              <a:lumOff val="40000"/>
              <a:alpha val="77000"/>
            </a:schemeClr>
          </a:solidFill>
        </p:spPr>
        <p:txBody>
          <a:bodyPr wrap="square" rtlCol="0">
            <a:spAutoFit/>
          </a:bodyPr>
          <a:lstStyle/>
          <a:p>
            <a:pPr algn="ctr"/>
            <a:r>
              <a:rPr lang="en-CA" sz="2200" dirty="0"/>
              <a:t>Get paper and a pen.  </a:t>
            </a:r>
          </a:p>
          <a:p>
            <a:pPr algn="ctr"/>
            <a:r>
              <a:rPr lang="en-CA" sz="2200" dirty="0"/>
              <a:t>Review questions and vocabulary</a:t>
            </a:r>
          </a:p>
        </p:txBody>
      </p:sp>
      <p:sp>
        <p:nvSpPr>
          <p:cNvPr id="5" name="TextBox 4">
            <a:extLst>
              <a:ext uri="{FF2B5EF4-FFF2-40B4-BE49-F238E27FC236}">
                <a16:creationId xmlns:a16="http://schemas.microsoft.com/office/drawing/2014/main" id="{469D8CB6-5B26-744F-98C1-5600E15509F5}"/>
              </a:ext>
            </a:extLst>
          </p:cNvPr>
          <p:cNvSpPr txBox="1"/>
          <p:nvPr/>
        </p:nvSpPr>
        <p:spPr>
          <a:xfrm>
            <a:off x="3151094" y="3804420"/>
            <a:ext cx="1721224" cy="2123658"/>
          </a:xfrm>
          <a:prstGeom prst="rect">
            <a:avLst/>
          </a:prstGeom>
          <a:solidFill>
            <a:schemeClr val="accent4">
              <a:lumMod val="60000"/>
              <a:lumOff val="40000"/>
              <a:alpha val="77000"/>
            </a:schemeClr>
          </a:solidFill>
        </p:spPr>
        <p:txBody>
          <a:bodyPr wrap="square" rtlCol="0">
            <a:spAutoFit/>
          </a:bodyPr>
          <a:lstStyle/>
          <a:p>
            <a:pPr algn="ctr"/>
            <a:endParaRPr lang="en-CA" dirty="0"/>
          </a:p>
          <a:p>
            <a:pPr algn="ctr"/>
            <a:r>
              <a:rPr lang="en-CA" sz="2400" dirty="0"/>
              <a:t>Listen to audio</a:t>
            </a:r>
          </a:p>
          <a:p>
            <a:pPr algn="ctr"/>
            <a:r>
              <a:rPr lang="en-CA" sz="2400" dirty="0"/>
              <a:t>and take notes</a:t>
            </a:r>
          </a:p>
          <a:p>
            <a:pPr algn="ctr"/>
            <a:endParaRPr lang="en-CA" dirty="0"/>
          </a:p>
        </p:txBody>
      </p:sp>
      <p:sp>
        <p:nvSpPr>
          <p:cNvPr id="6" name="TextBox 5">
            <a:extLst>
              <a:ext uri="{FF2B5EF4-FFF2-40B4-BE49-F238E27FC236}">
                <a16:creationId xmlns:a16="http://schemas.microsoft.com/office/drawing/2014/main" id="{193BE4FB-FAF0-404A-9742-77BA42C10D7F}"/>
              </a:ext>
            </a:extLst>
          </p:cNvPr>
          <p:cNvSpPr txBox="1"/>
          <p:nvPr/>
        </p:nvSpPr>
        <p:spPr>
          <a:xfrm>
            <a:off x="5258917" y="3793763"/>
            <a:ext cx="1721224" cy="2123658"/>
          </a:xfrm>
          <a:prstGeom prst="rect">
            <a:avLst/>
          </a:prstGeom>
          <a:solidFill>
            <a:schemeClr val="accent4">
              <a:lumMod val="60000"/>
              <a:lumOff val="40000"/>
              <a:alpha val="77000"/>
            </a:schemeClr>
          </a:solidFill>
        </p:spPr>
        <p:txBody>
          <a:bodyPr wrap="square" rtlCol="0">
            <a:spAutoFit/>
          </a:bodyPr>
          <a:lstStyle/>
          <a:p>
            <a:pPr algn="ctr"/>
            <a:endParaRPr lang="en-CA" dirty="0"/>
          </a:p>
          <a:p>
            <a:pPr algn="ctr"/>
            <a:endParaRPr lang="en-CA" sz="2400" dirty="0"/>
          </a:p>
          <a:p>
            <a:pPr algn="ctr"/>
            <a:r>
              <a:rPr lang="en-CA" sz="2400" dirty="0"/>
              <a:t>Answer questions</a:t>
            </a:r>
          </a:p>
          <a:p>
            <a:pPr algn="ctr"/>
            <a:endParaRPr lang="en-CA" sz="2400" dirty="0"/>
          </a:p>
          <a:p>
            <a:pPr algn="ctr"/>
            <a:endParaRPr lang="en-CA" dirty="0"/>
          </a:p>
        </p:txBody>
      </p:sp>
      <p:sp>
        <p:nvSpPr>
          <p:cNvPr id="7" name="TextBox 6">
            <a:extLst>
              <a:ext uri="{FF2B5EF4-FFF2-40B4-BE49-F238E27FC236}">
                <a16:creationId xmlns:a16="http://schemas.microsoft.com/office/drawing/2014/main" id="{55FCE646-009C-6A47-BE54-5DFBD32D68DE}"/>
              </a:ext>
            </a:extLst>
          </p:cNvPr>
          <p:cNvSpPr txBox="1"/>
          <p:nvPr/>
        </p:nvSpPr>
        <p:spPr>
          <a:xfrm>
            <a:off x="7366740" y="3778868"/>
            <a:ext cx="1721224" cy="2215991"/>
          </a:xfrm>
          <a:prstGeom prst="rect">
            <a:avLst/>
          </a:prstGeom>
          <a:solidFill>
            <a:schemeClr val="accent4">
              <a:lumMod val="60000"/>
              <a:lumOff val="40000"/>
              <a:alpha val="77000"/>
            </a:schemeClr>
          </a:solidFill>
        </p:spPr>
        <p:txBody>
          <a:bodyPr wrap="square" rtlCol="0">
            <a:spAutoFit/>
          </a:bodyPr>
          <a:lstStyle/>
          <a:p>
            <a:pPr algn="ctr"/>
            <a:endParaRPr lang="en-CA" sz="2400" dirty="0"/>
          </a:p>
          <a:p>
            <a:pPr algn="ctr"/>
            <a:endParaRPr lang="en-CA" sz="2400" dirty="0"/>
          </a:p>
          <a:p>
            <a:pPr algn="ctr"/>
            <a:r>
              <a:rPr lang="en-CA" sz="2400" dirty="0"/>
              <a:t>Listen again</a:t>
            </a:r>
          </a:p>
          <a:p>
            <a:pPr algn="ctr"/>
            <a:endParaRPr lang="en-CA" sz="2400" dirty="0"/>
          </a:p>
          <a:p>
            <a:pPr algn="ctr"/>
            <a:endParaRPr lang="en-CA" sz="2400" dirty="0"/>
          </a:p>
          <a:p>
            <a:pPr algn="ctr"/>
            <a:endParaRPr lang="en-CA" dirty="0"/>
          </a:p>
        </p:txBody>
      </p:sp>
      <p:sp>
        <p:nvSpPr>
          <p:cNvPr id="8" name="TextBox 7">
            <a:extLst>
              <a:ext uri="{FF2B5EF4-FFF2-40B4-BE49-F238E27FC236}">
                <a16:creationId xmlns:a16="http://schemas.microsoft.com/office/drawing/2014/main" id="{A7DEAD0D-532B-8645-AAF2-BAC824280525}"/>
              </a:ext>
            </a:extLst>
          </p:cNvPr>
          <p:cNvSpPr txBox="1"/>
          <p:nvPr/>
        </p:nvSpPr>
        <p:spPr>
          <a:xfrm>
            <a:off x="9474563" y="3839929"/>
            <a:ext cx="1721224" cy="2123658"/>
          </a:xfrm>
          <a:prstGeom prst="rect">
            <a:avLst/>
          </a:prstGeom>
          <a:solidFill>
            <a:schemeClr val="accent4">
              <a:lumMod val="60000"/>
              <a:lumOff val="40000"/>
              <a:alpha val="77000"/>
            </a:schemeClr>
          </a:solidFill>
        </p:spPr>
        <p:txBody>
          <a:bodyPr wrap="square" rtlCol="0">
            <a:spAutoFit/>
          </a:bodyPr>
          <a:lstStyle/>
          <a:p>
            <a:pPr algn="ctr"/>
            <a:endParaRPr lang="en-CA" dirty="0"/>
          </a:p>
          <a:p>
            <a:pPr algn="ctr"/>
            <a:r>
              <a:rPr lang="en-CA" sz="2400" dirty="0"/>
              <a:t>Review and correct answers and submit</a:t>
            </a:r>
          </a:p>
          <a:p>
            <a:pPr algn="ctr"/>
            <a:endParaRPr lang="en-CA" dirty="0"/>
          </a:p>
        </p:txBody>
      </p:sp>
      <p:sp>
        <p:nvSpPr>
          <p:cNvPr id="9" name="Right Arrow 8">
            <a:extLst>
              <a:ext uri="{FF2B5EF4-FFF2-40B4-BE49-F238E27FC236}">
                <a16:creationId xmlns:a16="http://schemas.microsoft.com/office/drawing/2014/main" id="{D8CB2C42-EAC9-174B-B17A-958A9C70CCE0}"/>
              </a:ext>
            </a:extLst>
          </p:cNvPr>
          <p:cNvSpPr/>
          <p:nvPr/>
        </p:nvSpPr>
        <p:spPr>
          <a:xfrm>
            <a:off x="2718554" y="4604580"/>
            <a:ext cx="502024" cy="502024"/>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Right Arrow 9">
            <a:extLst>
              <a:ext uri="{FF2B5EF4-FFF2-40B4-BE49-F238E27FC236}">
                <a16:creationId xmlns:a16="http://schemas.microsoft.com/office/drawing/2014/main" id="{87C5F305-16D3-FB45-9587-053B7E8C5974}"/>
              </a:ext>
            </a:extLst>
          </p:cNvPr>
          <p:cNvSpPr/>
          <p:nvPr/>
        </p:nvSpPr>
        <p:spPr>
          <a:xfrm>
            <a:off x="4826377" y="4604580"/>
            <a:ext cx="502024" cy="502024"/>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Right Arrow 12">
            <a:extLst>
              <a:ext uri="{FF2B5EF4-FFF2-40B4-BE49-F238E27FC236}">
                <a16:creationId xmlns:a16="http://schemas.microsoft.com/office/drawing/2014/main" id="{AAA5220A-254B-2A43-BB71-4A9C7C411666}"/>
              </a:ext>
            </a:extLst>
          </p:cNvPr>
          <p:cNvSpPr/>
          <p:nvPr/>
        </p:nvSpPr>
        <p:spPr>
          <a:xfrm>
            <a:off x="6951007" y="4631477"/>
            <a:ext cx="502024" cy="502024"/>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Right Arrow 13">
            <a:extLst>
              <a:ext uri="{FF2B5EF4-FFF2-40B4-BE49-F238E27FC236}">
                <a16:creationId xmlns:a16="http://schemas.microsoft.com/office/drawing/2014/main" id="{4A23E933-13DC-4240-A8CB-9047BC04D336}"/>
              </a:ext>
            </a:extLst>
          </p:cNvPr>
          <p:cNvSpPr/>
          <p:nvPr/>
        </p:nvSpPr>
        <p:spPr>
          <a:xfrm>
            <a:off x="9048750" y="4631477"/>
            <a:ext cx="502024" cy="502024"/>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708086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A7BC6-DF6E-3A4B-9C48-3D31D78ADBE2}"/>
              </a:ext>
            </a:extLst>
          </p:cNvPr>
          <p:cNvSpPr>
            <a:spLocks noGrp="1"/>
          </p:cNvSpPr>
          <p:nvPr>
            <p:ph type="title"/>
          </p:nvPr>
        </p:nvSpPr>
        <p:spPr>
          <a:solidFill>
            <a:schemeClr val="bg1">
              <a:lumMod val="85000"/>
              <a:alpha val="88000"/>
            </a:schemeClr>
          </a:solidFill>
        </p:spPr>
        <p:txBody>
          <a:bodyPr/>
          <a:lstStyle/>
          <a:p>
            <a:r>
              <a:rPr lang="en-CA" dirty="0"/>
              <a:t>Survey questions - grammar</a:t>
            </a:r>
          </a:p>
        </p:txBody>
      </p:sp>
      <p:sp>
        <p:nvSpPr>
          <p:cNvPr id="3" name="Content Placeholder 2">
            <a:extLst>
              <a:ext uri="{FF2B5EF4-FFF2-40B4-BE49-F238E27FC236}">
                <a16:creationId xmlns:a16="http://schemas.microsoft.com/office/drawing/2014/main" id="{C52A3101-2B69-D84B-93F3-C17D472B48FF}"/>
              </a:ext>
            </a:extLst>
          </p:cNvPr>
          <p:cNvSpPr>
            <a:spLocks noGrp="1"/>
          </p:cNvSpPr>
          <p:nvPr>
            <p:ph idx="1"/>
          </p:nvPr>
        </p:nvSpPr>
        <p:spPr>
          <a:solidFill>
            <a:schemeClr val="bg1">
              <a:lumMod val="85000"/>
              <a:alpha val="88000"/>
            </a:schemeClr>
          </a:solidFill>
        </p:spPr>
        <p:txBody>
          <a:bodyPr>
            <a:normAutofit/>
          </a:bodyPr>
          <a:lstStyle/>
          <a:p>
            <a:r>
              <a:rPr lang="en-CA" dirty="0"/>
              <a:t>For these examples, imagine a theme based on student habits instead of life balance (your questions will be about life balance, based on what you learned from your reading and listening texts)</a:t>
            </a:r>
          </a:p>
          <a:p>
            <a:endParaRPr lang="en-CA" dirty="0"/>
          </a:p>
          <a:p>
            <a:pPr marL="0" indent="0">
              <a:buNone/>
            </a:pPr>
            <a:r>
              <a:rPr lang="en-CA" dirty="0">
                <a:solidFill>
                  <a:srgbClr val="FF0000"/>
                </a:solidFill>
              </a:rPr>
              <a:t>Do</a:t>
            </a:r>
            <a:r>
              <a:rPr lang="en-CA" dirty="0"/>
              <a:t> you </a:t>
            </a:r>
            <a:r>
              <a:rPr lang="en-CA" dirty="0">
                <a:solidFill>
                  <a:srgbClr val="FF0000"/>
                </a:solidFill>
              </a:rPr>
              <a:t>review</a:t>
            </a:r>
            <a:r>
              <a:rPr lang="en-CA" dirty="0"/>
              <a:t> your notes at the end of the day?</a:t>
            </a:r>
          </a:p>
          <a:p>
            <a:pPr marL="0" indent="0">
              <a:buNone/>
            </a:pPr>
            <a:r>
              <a:rPr lang="en-CA" dirty="0"/>
              <a:t>(simple present, verb “review”, use of auxiliary “do” for inversion)</a:t>
            </a:r>
          </a:p>
          <a:p>
            <a:pPr marL="0" indent="0">
              <a:buNone/>
            </a:pPr>
            <a:endParaRPr lang="en-CA" dirty="0"/>
          </a:p>
          <a:p>
            <a:pPr marL="0" indent="0">
              <a:buNone/>
            </a:pPr>
            <a:r>
              <a:rPr lang="en-CA" dirty="0">
                <a:solidFill>
                  <a:srgbClr val="FF0000"/>
                </a:solidFill>
              </a:rPr>
              <a:t>Are</a:t>
            </a:r>
            <a:r>
              <a:rPr lang="en-CA" dirty="0"/>
              <a:t> you satisfied with your results?</a:t>
            </a:r>
          </a:p>
          <a:p>
            <a:pPr marL="0" indent="0">
              <a:buNone/>
            </a:pPr>
            <a:r>
              <a:rPr lang="en-CA" dirty="0"/>
              <a:t>(simple present, verb “be” so no need for auxiliary to do inversion)</a:t>
            </a:r>
          </a:p>
          <a:p>
            <a:pPr marL="0" indent="0">
              <a:buNone/>
            </a:pPr>
            <a:endParaRPr lang="en-CA" dirty="0"/>
          </a:p>
        </p:txBody>
      </p:sp>
    </p:spTree>
    <p:extLst>
      <p:ext uri="{BB962C8B-B14F-4D97-AF65-F5344CB8AC3E}">
        <p14:creationId xmlns:p14="http://schemas.microsoft.com/office/powerpoint/2010/main" val="3755556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A7BC6-DF6E-3A4B-9C48-3D31D78ADBE2}"/>
              </a:ext>
            </a:extLst>
          </p:cNvPr>
          <p:cNvSpPr>
            <a:spLocks noGrp="1"/>
          </p:cNvSpPr>
          <p:nvPr>
            <p:ph type="title"/>
          </p:nvPr>
        </p:nvSpPr>
        <p:spPr>
          <a:solidFill>
            <a:schemeClr val="bg1">
              <a:lumMod val="85000"/>
              <a:alpha val="88000"/>
            </a:schemeClr>
          </a:solidFill>
        </p:spPr>
        <p:txBody>
          <a:bodyPr/>
          <a:lstStyle/>
          <a:p>
            <a:r>
              <a:rPr lang="en-CA" dirty="0"/>
              <a:t>Survey questions - grammar</a:t>
            </a:r>
          </a:p>
        </p:txBody>
      </p:sp>
      <p:sp>
        <p:nvSpPr>
          <p:cNvPr id="3" name="Content Placeholder 2">
            <a:extLst>
              <a:ext uri="{FF2B5EF4-FFF2-40B4-BE49-F238E27FC236}">
                <a16:creationId xmlns:a16="http://schemas.microsoft.com/office/drawing/2014/main" id="{C52A3101-2B69-D84B-93F3-C17D472B48FF}"/>
              </a:ext>
            </a:extLst>
          </p:cNvPr>
          <p:cNvSpPr>
            <a:spLocks noGrp="1"/>
          </p:cNvSpPr>
          <p:nvPr>
            <p:ph idx="1"/>
          </p:nvPr>
        </p:nvSpPr>
        <p:spPr>
          <a:solidFill>
            <a:schemeClr val="bg1">
              <a:lumMod val="85000"/>
              <a:alpha val="88000"/>
            </a:schemeClr>
          </a:solidFill>
        </p:spPr>
        <p:txBody>
          <a:bodyPr/>
          <a:lstStyle/>
          <a:p>
            <a:pPr marL="0" indent="0">
              <a:buNone/>
            </a:pPr>
            <a:r>
              <a:rPr lang="en-CA" dirty="0">
                <a:solidFill>
                  <a:srgbClr val="FF0000"/>
                </a:solidFill>
              </a:rPr>
              <a:t>Did</a:t>
            </a:r>
            <a:r>
              <a:rPr lang="en-CA" dirty="0"/>
              <a:t> you </a:t>
            </a:r>
            <a:r>
              <a:rPr lang="en-CA" dirty="0">
                <a:solidFill>
                  <a:srgbClr val="FF0000"/>
                </a:solidFill>
              </a:rPr>
              <a:t>choose</a:t>
            </a:r>
            <a:r>
              <a:rPr lang="en-CA" dirty="0"/>
              <a:t> a programme that interests you?</a:t>
            </a:r>
          </a:p>
          <a:p>
            <a:pPr marL="0" indent="0">
              <a:buNone/>
            </a:pPr>
            <a:r>
              <a:rPr lang="en-CA" dirty="0"/>
              <a:t>(simple past, verb “choose”, use of auxiliary “did” for inversion)</a:t>
            </a:r>
          </a:p>
          <a:p>
            <a:pPr marL="0" indent="0">
              <a:buNone/>
            </a:pPr>
            <a:endParaRPr lang="en-CA" dirty="0"/>
          </a:p>
          <a:p>
            <a:pPr marL="0" indent="0">
              <a:buNone/>
            </a:pPr>
            <a:r>
              <a:rPr lang="en-CA" dirty="0">
                <a:solidFill>
                  <a:srgbClr val="FF0000"/>
                </a:solidFill>
              </a:rPr>
              <a:t>Was</a:t>
            </a:r>
            <a:r>
              <a:rPr lang="en-CA" dirty="0"/>
              <a:t> this </a:t>
            </a:r>
            <a:r>
              <a:rPr lang="en-CA" dirty="0" err="1"/>
              <a:t>cégep</a:t>
            </a:r>
            <a:r>
              <a:rPr lang="en-CA" dirty="0"/>
              <a:t> your first choice?</a:t>
            </a:r>
          </a:p>
          <a:p>
            <a:pPr marL="0" indent="0">
              <a:buNone/>
            </a:pPr>
            <a:r>
              <a:rPr lang="en-CA" dirty="0"/>
              <a:t>(simple past, verb “be”, no need for auxiliary for inversion)</a:t>
            </a:r>
          </a:p>
          <a:p>
            <a:pPr marL="0" indent="0">
              <a:buNone/>
            </a:pPr>
            <a:endParaRPr lang="en-CA" dirty="0"/>
          </a:p>
          <a:p>
            <a:pPr marL="0" indent="0">
              <a:buNone/>
            </a:pPr>
            <a:endParaRPr lang="en-CA" dirty="0"/>
          </a:p>
          <a:p>
            <a:pPr marL="0" indent="0">
              <a:buNone/>
            </a:pPr>
            <a:endParaRPr lang="en-CA" dirty="0"/>
          </a:p>
        </p:txBody>
      </p:sp>
    </p:spTree>
    <p:extLst>
      <p:ext uri="{BB962C8B-B14F-4D97-AF65-F5344CB8AC3E}">
        <p14:creationId xmlns:p14="http://schemas.microsoft.com/office/powerpoint/2010/main" val="2541646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A7BC6-DF6E-3A4B-9C48-3D31D78ADBE2}"/>
              </a:ext>
            </a:extLst>
          </p:cNvPr>
          <p:cNvSpPr>
            <a:spLocks noGrp="1"/>
          </p:cNvSpPr>
          <p:nvPr>
            <p:ph type="title"/>
          </p:nvPr>
        </p:nvSpPr>
        <p:spPr>
          <a:solidFill>
            <a:schemeClr val="bg1">
              <a:lumMod val="85000"/>
              <a:alpha val="88000"/>
            </a:schemeClr>
          </a:solidFill>
        </p:spPr>
        <p:txBody>
          <a:bodyPr/>
          <a:lstStyle/>
          <a:p>
            <a:r>
              <a:rPr lang="en-CA" dirty="0"/>
              <a:t>Survey questions - grammar</a:t>
            </a:r>
          </a:p>
        </p:txBody>
      </p:sp>
      <p:sp>
        <p:nvSpPr>
          <p:cNvPr id="3" name="Content Placeholder 2">
            <a:extLst>
              <a:ext uri="{FF2B5EF4-FFF2-40B4-BE49-F238E27FC236}">
                <a16:creationId xmlns:a16="http://schemas.microsoft.com/office/drawing/2014/main" id="{C52A3101-2B69-D84B-93F3-C17D472B48FF}"/>
              </a:ext>
            </a:extLst>
          </p:cNvPr>
          <p:cNvSpPr>
            <a:spLocks noGrp="1"/>
          </p:cNvSpPr>
          <p:nvPr>
            <p:ph idx="1"/>
          </p:nvPr>
        </p:nvSpPr>
        <p:spPr>
          <a:solidFill>
            <a:schemeClr val="bg1">
              <a:lumMod val="85000"/>
              <a:alpha val="88000"/>
            </a:schemeClr>
          </a:solidFill>
        </p:spPr>
        <p:txBody>
          <a:bodyPr>
            <a:normAutofit fontScale="92500" lnSpcReduction="20000"/>
          </a:bodyPr>
          <a:lstStyle/>
          <a:p>
            <a:pPr marL="0" indent="0">
              <a:buNone/>
            </a:pPr>
            <a:r>
              <a:rPr lang="en-CA" dirty="0">
                <a:solidFill>
                  <a:srgbClr val="FF0000"/>
                </a:solidFill>
              </a:rPr>
              <a:t>When</a:t>
            </a:r>
            <a:r>
              <a:rPr lang="en-CA" dirty="0"/>
              <a:t> </a:t>
            </a:r>
            <a:r>
              <a:rPr lang="en-CA" dirty="0">
                <a:solidFill>
                  <a:srgbClr val="FF0000"/>
                </a:solidFill>
              </a:rPr>
              <a:t>do</a:t>
            </a:r>
            <a:r>
              <a:rPr lang="en-CA" dirty="0"/>
              <a:t> you </a:t>
            </a:r>
            <a:r>
              <a:rPr lang="en-CA" dirty="0">
                <a:solidFill>
                  <a:srgbClr val="FF0000"/>
                </a:solidFill>
              </a:rPr>
              <a:t>study</a:t>
            </a:r>
            <a:r>
              <a:rPr lang="en-CA" dirty="0"/>
              <a:t>?</a:t>
            </a:r>
          </a:p>
          <a:p>
            <a:pPr marL="0" indent="0">
              <a:buNone/>
            </a:pPr>
            <a:r>
              <a:rPr lang="en-CA" dirty="0"/>
              <a:t>(simple present, verb “study”, use of auxiliary “do” for inversion, question word “when” for time)</a:t>
            </a:r>
          </a:p>
          <a:p>
            <a:pPr marL="0" indent="0">
              <a:buNone/>
            </a:pPr>
            <a:endParaRPr lang="en-CA" dirty="0"/>
          </a:p>
          <a:p>
            <a:pPr marL="0" indent="0">
              <a:buNone/>
            </a:pPr>
            <a:r>
              <a:rPr lang="en-CA" dirty="0">
                <a:solidFill>
                  <a:srgbClr val="FF0000"/>
                </a:solidFill>
              </a:rPr>
              <a:t>How often do </a:t>
            </a:r>
            <a:r>
              <a:rPr lang="en-CA" dirty="0"/>
              <a:t>you</a:t>
            </a:r>
            <a:r>
              <a:rPr lang="en-CA" dirty="0">
                <a:solidFill>
                  <a:srgbClr val="FF0000"/>
                </a:solidFill>
              </a:rPr>
              <a:t> skip </a:t>
            </a:r>
            <a:r>
              <a:rPr lang="en-CA" dirty="0"/>
              <a:t>class? </a:t>
            </a:r>
          </a:p>
          <a:p>
            <a:pPr marL="0" indent="0">
              <a:buNone/>
            </a:pPr>
            <a:r>
              <a:rPr lang="en-CA" dirty="0"/>
              <a:t>(simple present, verb “skip”, use of auxiliary “do” for inversion, question word “how often” for frequency)</a:t>
            </a:r>
          </a:p>
          <a:p>
            <a:pPr marL="0" indent="0">
              <a:buNone/>
            </a:pPr>
            <a:endParaRPr lang="en-CA" dirty="0"/>
          </a:p>
          <a:p>
            <a:pPr marL="0" indent="0">
              <a:buNone/>
            </a:pPr>
            <a:r>
              <a:rPr lang="en-CA" dirty="0">
                <a:solidFill>
                  <a:srgbClr val="FF0000"/>
                </a:solidFill>
              </a:rPr>
              <a:t>What</a:t>
            </a:r>
            <a:r>
              <a:rPr lang="en-CA" dirty="0"/>
              <a:t> </a:t>
            </a:r>
            <a:r>
              <a:rPr lang="en-CA" dirty="0">
                <a:solidFill>
                  <a:srgbClr val="FF0000"/>
                </a:solidFill>
              </a:rPr>
              <a:t>did</a:t>
            </a:r>
            <a:r>
              <a:rPr lang="en-CA" dirty="0"/>
              <a:t> your teacher </a:t>
            </a:r>
            <a:r>
              <a:rPr lang="en-CA" dirty="0">
                <a:solidFill>
                  <a:srgbClr val="FF0000"/>
                </a:solidFill>
              </a:rPr>
              <a:t>say</a:t>
            </a:r>
            <a:r>
              <a:rPr lang="en-CA" dirty="0"/>
              <a:t> about homework requirements?</a:t>
            </a:r>
          </a:p>
          <a:p>
            <a:pPr marL="0" indent="0">
              <a:buNone/>
            </a:pPr>
            <a:r>
              <a:rPr lang="en-CA" dirty="0"/>
              <a:t>(simple past, verb “say”, use of auxiliary “did” for inversion, question word “what” </a:t>
            </a:r>
          </a:p>
          <a:p>
            <a:pPr marL="0" indent="0">
              <a:buNone/>
            </a:pPr>
            <a:endParaRPr lang="en-CA" dirty="0"/>
          </a:p>
          <a:p>
            <a:pPr marL="0" indent="0">
              <a:buNone/>
            </a:pPr>
            <a:endParaRPr lang="en-CA" dirty="0"/>
          </a:p>
          <a:p>
            <a:pPr marL="0" indent="0">
              <a:buNone/>
            </a:pPr>
            <a:endParaRPr lang="en-CA" dirty="0"/>
          </a:p>
        </p:txBody>
      </p:sp>
    </p:spTree>
    <p:extLst>
      <p:ext uri="{BB962C8B-B14F-4D97-AF65-F5344CB8AC3E}">
        <p14:creationId xmlns:p14="http://schemas.microsoft.com/office/powerpoint/2010/main" val="2347141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FD974-4A58-E94D-88A8-3695C575573A}"/>
              </a:ext>
            </a:extLst>
          </p:cNvPr>
          <p:cNvSpPr>
            <a:spLocks noGrp="1"/>
          </p:cNvSpPr>
          <p:nvPr>
            <p:ph type="title"/>
          </p:nvPr>
        </p:nvSpPr>
        <p:spPr>
          <a:solidFill>
            <a:schemeClr val="bg1">
              <a:lumMod val="85000"/>
              <a:alpha val="88000"/>
            </a:schemeClr>
          </a:solidFill>
        </p:spPr>
        <p:txBody>
          <a:bodyPr/>
          <a:lstStyle/>
          <a:p>
            <a:r>
              <a:rPr lang="en-CA" dirty="0"/>
              <a:t>Question formation - resources</a:t>
            </a:r>
          </a:p>
        </p:txBody>
      </p:sp>
      <p:sp>
        <p:nvSpPr>
          <p:cNvPr id="3" name="Content Placeholder 2">
            <a:extLst>
              <a:ext uri="{FF2B5EF4-FFF2-40B4-BE49-F238E27FC236}">
                <a16:creationId xmlns:a16="http://schemas.microsoft.com/office/drawing/2014/main" id="{B8BA96C5-E27A-3640-AE09-7C91F3DDED62}"/>
              </a:ext>
            </a:extLst>
          </p:cNvPr>
          <p:cNvSpPr>
            <a:spLocks noGrp="1"/>
          </p:cNvSpPr>
          <p:nvPr>
            <p:ph idx="1"/>
          </p:nvPr>
        </p:nvSpPr>
        <p:spPr>
          <a:solidFill>
            <a:schemeClr val="bg1">
              <a:lumMod val="85000"/>
              <a:alpha val="88000"/>
            </a:schemeClr>
          </a:solidFill>
        </p:spPr>
        <p:txBody>
          <a:bodyPr/>
          <a:lstStyle/>
          <a:p>
            <a:r>
              <a:rPr lang="en-CA" dirty="0"/>
              <a:t>For question formation in simple present, click </a:t>
            </a:r>
            <a:r>
              <a:rPr lang="en-CA" dirty="0">
                <a:hlinkClick r:id="rId2"/>
              </a:rPr>
              <a:t>here</a:t>
            </a:r>
            <a:r>
              <a:rPr lang="en-CA" dirty="0"/>
              <a:t> </a:t>
            </a:r>
          </a:p>
          <a:p>
            <a:r>
              <a:rPr lang="en-CA" dirty="0"/>
              <a:t>For question formation in simple past, click </a:t>
            </a:r>
            <a:r>
              <a:rPr lang="en-CA" dirty="0">
                <a:hlinkClick r:id="rId3"/>
              </a:rPr>
              <a:t>here</a:t>
            </a:r>
            <a:endParaRPr lang="en-CA" dirty="0"/>
          </a:p>
          <a:p>
            <a:r>
              <a:rPr lang="en-CA" dirty="0"/>
              <a:t>For question formation in present progressive, click </a:t>
            </a:r>
            <a:r>
              <a:rPr lang="en-CA" dirty="0">
                <a:hlinkClick r:id="rId4"/>
              </a:rPr>
              <a:t>here</a:t>
            </a:r>
            <a:endParaRPr lang="en-CA" dirty="0"/>
          </a:p>
        </p:txBody>
      </p:sp>
    </p:spTree>
    <p:extLst>
      <p:ext uri="{BB962C8B-B14F-4D97-AF65-F5344CB8AC3E}">
        <p14:creationId xmlns:p14="http://schemas.microsoft.com/office/powerpoint/2010/main" val="4286317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87CD-C955-1641-963B-03E7B6F1F7BA}"/>
              </a:ext>
            </a:extLst>
          </p:cNvPr>
          <p:cNvSpPr>
            <a:spLocks noGrp="1"/>
          </p:cNvSpPr>
          <p:nvPr>
            <p:ph type="title"/>
          </p:nvPr>
        </p:nvSpPr>
        <p:spPr>
          <a:solidFill>
            <a:schemeClr val="bg1">
              <a:lumMod val="85000"/>
              <a:alpha val="87000"/>
            </a:schemeClr>
          </a:solidFill>
        </p:spPr>
        <p:txBody>
          <a:bodyPr/>
          <a:lstStyle/>
          <a:p>
            <a:r>
              <a:rPr lang="en-CA" dirty="0"/>
              <a:t>Your questions</a:t>
            </a:r>
          </a:p>
        </p:txBody>
      </p:sp>
      <p:sp>
        <p:nvSpPr>
          <p:cNvPr id="3" name="Content Placeholder 2">
            <a:extLst>
              <a:ext uri="{FF2B5EF4-FFF2-40B4-BE49-F238E27FC236}">
                <a16:creationId xmlns:a16="http://schemas.microsoft.com/office/drawing/2014/main" id="{43554A65-80E8-5243-8555-CD47EDC1A5DE}"/>
              </a:ext>
            </a:extLst>
          </p:cNvPr>
          <p:cNvSpPr>
            <a:spLocks noGrp="1"/>
          </p:cNvSpPr>
          <p:nvPr>
            <p:ph idx="1"/>
          </p:nvPr>
        </p:nvSpPr>
        <p:spPr>
          <a:solidFill>
            <a:schemeClr val="bg1">
              <a:lumMod val="85000"/>
              <a:alpha val="88000"/>
            </a:schemeClr>
          </a:solidFill>
        </p:spPr>
        <p:txBody>
          <a:bodyPr>
            <a:normAutofit/>
          </a:bodyPr>
          <a:lstStyle/>
          <a:p>
            <a:r>
              <a:rPr lang="en-CA" dirty="0"/>
              <a:t>During the first 5 weeks of class, we covered the theme of life balance.  Texts talked about: </a:t>
            </a:r>
          </a:p>
          <a:p>
            <a:pPr lvl="1"/>
            <a:r>
              <a:rPr lang="en-CA" dirty="0"/>
              <a:t>Daydreaming</a:t>
            </a:r>
          </a:p>
          <a:p>
            <a:pPr lvl="1"/>
            <a:r>
              <a:rPr lang="en-CA" dirty="0"/>
              <a:t>Nature</a:t>
            </a:r>
          </a:p>
          <a:p>
            <a:pPr lvl="1"/>
            <a:r>
              <a:rPr lang="en-CA" dirty="0"/>
              <a:t>Sleep</a:t>
            </a:r>
          </a:p>
          <a:p>
            <a:pPr lvl="1"/>
            <a:r>
              <a:rPr lang="en-CA" dirty="0"/>
              <a:t>Exercise</a:t>
            </a:r>
          </a:p>
          <a:p>
            <a:pPr lvl="1"/>
            <a:r>
              <a:rPr lang="en-CA" dirty="0"/>
              <a:t>Playtime</a:t>
            </a:r>
          </a:p>
          <a:p>
            <a:pPr lvl="1"/>
            <a:r>
              <a:rPr lang="en-CA" dirty="0"/>
              <a:t>Social connections</a:t>
            </a:r>
          </a:p>
          <a:p>
            <a:r>
              <a:rPr lang="en-CA" dirty="0"/>
              <a:t>Your questions should include most or all of these subjects and should demonstrate understanding of the reading and listening texts</a:t>
            </a:r>
          </a:p>
        </p:txBody>
      </p:sp>
    </p:spTree>
    <p:extLst>
      <p:ext uri="{BB962C8B-B14F-4D97-AF65-F5344CB8AC3E}">
        <p14:creationId xmlns:p14="http://schemas.microsoft.com/office/powerpoint/2010/main" val="3580639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87CD-C955-1641-963B-03E7B6F1F7BA}"/>
              </a:ext>
            </a:extLst>
          </p:cNvPr>
          <p:cNvSpPr>
            <a:spLocks noGrp="1"/>
          </p:cNvSpPr>
          <p:nvPr>
            <p:ph type="title"/>
          </p:nvPr>
        </p:nvSpPr>
        <p:spPr>
          <a:solidFill>
            <a:schemeClr val="bg1">
              <a:lumMod val="85000"/>
              <a:alpha val="87000"/>
            </a:schemeClr>
          </a:solidFill>
        </p:spPr>
        <p:txBody>
          <a:bodyPr/>
          <a:lstStyle/>
          <a:p>
            <a:r>
              <a:rPr lang="en-CA" dirty="0"/>
              <a:t>Your questions to avoid</a:t>
            </a:r>
          </a:p>
        </p:txBody>
      </p:sp>
      <p:sp>
        <p:nvSpPr>
          <p:cNvPr id="3" name="Content Placeholder 2">
            <a:extLst>
              <a:ext uri="{FF2B5EF4-FFF2-40B4-BE49-F238E27FC236}">
                <a16:creationId xmlns:a16="http://schemas.microsoft.com/office/drawing/2014/main" id="{43554A65-80E8-5243-8555-CD47EDC1A5DE}"/>
              </a:ext>
            </a:extLst>
          </p:cNvPr>
          <p:cNvSpPr>
            <a:spLocks noGrp="1"/>
          </p:cNvSpPr>
          <p:nvPr>
            <p:ph idx="1"/>
          </p:nvPr>
        </p:nvSpPr>
        <p:spPr>
          <a:solidFill>
            <a:schemeClr val="bg1">
              <a:lumMod val="85000"/>
              <a:alpha val="88000"/>
            </a:schemeClr>
          </a:solidFill>
        </p:spPr>
        <p:txBody>
          <a:bodyPr>
            <a:normAutofit/>
          </a:bodyPr>
          <a:lstStyle/>
          <a:p>
            <a:r>
              <a:rPr lang="en-CA" dirty="0"/>
              <a:t>Are you stressed?  </a:t>
            </a:r>
          </a:p>
          <a:p>
            <a:pPr lvl="1"/>
            <a:r>
              <a:rPr lang="en-CA" dirty="0"/>
              <a:t>What might a person answer and will that show understanding of the texts we have studied?  </a:t>
            </a:r>
          </a:p>
          <a:p>
            <a:pPr lvl="1"/>
            <a:endParaRPr lang="en-CA" dirty="0"/>
          </a:p>
          <a:p>
            <a:r>
              <a:rPr lang="en-CA" dirty="0"/>
              <a:t>Instead: Which of the following do you use to manage stress: exercise, playtime, sleep, daydreaming, your social network, contact with nature?</a:t>
            </a:r>
          </a:p>
          <a:p>
            <a:endParaRPr lang="en-CA" dirty="0"/>
          </a:p>
          <a:p>
            <a:pPr marL="457200" lvl="1" indent="0">
              <a:buNone/>
            </a:pPr>
            <a:r>
              <a:rPr lang="en-CA" i="1" dirty="0"/>
              <a:t>Please create your own questions.  Do not use this exact question for your survey.</a:t>
            </a:r>
          </a:p>
        </p:txBody>
      </p:sp>
    </p:spTree>
    <p:extLst>
      <p:ext uri="{BB962C8B-B14F-4D97-AF65-F5344CB8AC3E}">
        <p14:creationId xmlns:p14="http://schemas.microsoft.com/office/powerpoint/2010/main" val="3411287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87CD-C955-1641-963B-03E7B6F1F7BA}"/>
              </a:ext>
            </a:extLst>
          </p:cNvPr>
          <p:cNvSpPr>
            <a:spLocks noGrp="1"/>
          </p:cNvSpPr>
          <p:nvPr>
            <p:ph type="title"/>
          </p:nvPr>
        </p:nvSpPr>
        <p:spPr>
          <a:solidFill>
            <a:schemeClr val="bg1">
              <a:lumMod val="85000"/>
              <a:alpha val="87000"/>
            </a:schemeClr>
          </a:solidFill>
        </p:spPr>
        <p:txBody>
          <a:bodyPr/>
          <a:lstStyle/>
          <a:p>
            <a:r>
              <a:rPr lang="en-CA" dirty="0"/>
              <a:t>Your questions to avoid</a:t>
            </a:r>
          </a:p>
        </p:txBody>
      </p:sp>
      <p:sp>
        <p:nvSpPr>
          <p:cNvPr id="3" name="Content Placeholder 2">
            <a:extLst>
              <a:ext uri="{FF2B5EF4-FFF2-40B4-BE49-F238E27FC236}">
                <a16:creationId xmlns:a16="http://schemas.microsoft.com/office/drawing/2014/main" id="{43554A65-80E8-5243-8555-CD47EDC1A5DE}"/>
              </a:ext>
            </a:extLst>
          </p:cNvPr>
          <p:cNvSpPr>
            <a:spLocks noGrp="1"/>
          </p:cNvSpPr>
          <p:nvPr>
            <p:ph idx="1"/>
          </p:nvPr>
        </p:nvSpPr>
        <p:spPr>
          <a:solidFill>
            <a:schemeClr val="bg1">
              <a:lumMod val="85000"/>
              <a:alpha val="88000"/>
            </a:schemeClr>
          </a:solidFill>
        </p:spPr>
        <p:txBody>
          <a:bodyPr>
            <a:normAutofit/>
          </a:bodyPr>
          <a:lstStyle/>
          <a:p>
            <a:r>
              <a:rPr lang="en-CA" dirty="0"/>
              <a:t>Do you like nature? </a:t>
            </a:r>
          </a:p>
          <a:p>
            <a:pPr lvl="1"/>
            <a:r>
              <a:rPr lang="en-CA" dirty="0"/>
              <a:t>There are two possible answers: yes or no.  What will you do with this information?</a:t>
            </a:r>
          </a:p>
          <a:p>
            <a:pPr lvl="1"/>
            <a:endParaRPr lang="en-CA" dirty="0"/>
          </a:p>
          <a:p>
            <a:r>
              <a:rPr lang="en-CA" dirty="0"/>
              <a:t>Instead: Do you have regular contact with nature?</a:t>
            </a:r>
          </a:p>
          <a:p>
            <a:pPr lvl="1"/>
            <a:r>
              <a:rPr lang="en-CA" dirty="0"/>
              <a:t>The answer to this question will get you closer to the content of the texts we read and listened to.</a:t>
            </a:r>
          </a:p>
          <a:p>
            <a:pPr lvl="1"/>
            <a:endParaRPr lang="en-CA" dirty="0"/>
          </a:p>
          <a:p>
            <a:pPr marL="457200" lvl="1" indent="0">
              <a:buNone/>
            </a:pPr>
            <a:r>
              <a:rPr lang="en-CA" i="1" dirty="0"/>
              <a:t>Please create your own questions.  Do not use this exact question for your survey.</a:t>
            </a:r>
          </a:p>
          <a:p>
            <a:pPr marL="457200" lvl="1" indent="0">
              <a:buNone/>
            </a:pPr>
            <a:endParaRPr lang="en-CA" dirty="0"/>
          </a:p>
        </p:txBody>
      </p:sp>
    </p:spTree>
    <p:extLst>
      <p:ext uri="{BB962C8B-B14F-4D97-AF65-F5344CB8AC3E}">
        <p14:creationId xmlns:p14="http://schemas.microsoft.com/office/powerpoint/2010/main" val="2440900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87CD-C955-1641-963B-03E7B6F1F7BA}"/>
              </a:ext>
            </a:extLst>
          </p:cNvPr>
          <p:cNvSpPr>
            <a:spLocks noGrp="1"/>
          </p:cNvSpPr>
          <p:nvPr>
            <p:ph type="title"/>
          </p:nvPr>
        </p:nvSpPr>
        <p:spPr>
          <a:solidFill>
            <a:schemeClr val="bg1">
              <a:lumMod val="85000"/>
              <a:alpha val="87000"/>
            </a:schemeClr>
          </a:solidFill>
        </p:spPr>
        <p:txBody>
          <a:bodyPr/>
          <a:lstStyle/>
          <a:p>
            <a:r>
              <a:rPr lang="en-CA" dirty="0"/>
              <a:t>Your questions to avoid</a:t>
            </a:r>
          </a:p>
        </p:txBody>
      </p:sp>
      <p:sp>
        <p:nvSpPr>
          <p:cNvPr id="3" name="Content Placeholder 2">
            <a:extLst>
              <a:ext uri="{FF2B5EF4-FFF2-40B4-BE49-F238E27FC236}">
                <a16:creationId xmlns:a16="http://schemas.microsoft.com/office/drawing/2014/main" id="{43554A65-80E8-5243-8555-CD47EDC1A5DE}"/>
              </a:ext>
            </a:extLst>
          </p:cNvPr>
          <p:cNvSpPr>
            <a:spLocks noGrp="1"/>
          </p:cNvSpPr>
          <p:nvPr>
            <p:ph idx="1"/>
          </p:nvPr>
        </p:nvSpPr>
        <p:spPr>
          <a:solidFill>
            <a:schemeClr val="bg1">
              <a:lumMod val="85000"/>
              <a:alpha val="88000"/>
            </a:schemeClr>
          </a:solidFill>
        </p:spPr>
        <p:txBody>
          <a:bodyPr>
            <a:normAutofit/>
          </a:bodyPr>
          <a:lstStyle/>
          <a:p>
            <a:r>
              <a:rPr lang="en-CA" dirty="0"/>
              <a:t>Do you think daydreaming is good? </a:t>
            </a:r>
          </a:p>
          <a:p>
            <a:pPr lvl="1"/>
            <a:r>
              <a:rPr lang="en-CA" dirty="0"/>
              <a:t>If the person answers “no” (or even “yes”), will you be able to detect if the person’s life is balanced?  Also, you are asking for an opinion or a judgement, rather than a habit or routine that will allow you to detect life balance.</a:t>
            </a:r>
          </a:p>
          <a:p>
            <a:pPr lvl="1"/>
            <a:endParaRPr lang="en-CA" dirty="0"/>
          </a:p>
          <a:p>
            <a:r>
              <a:rPr lang="en-CA" dirty="0"/>
              <a:t>Instead: Do you often allow yourself to daydream?</a:t>
            </a:r>
          </a:p>
          <a:p>
            <a:pPr lvl="1"/>
            <a:r>
              <a:rPr lang="en-CA" dirty="0"/>
              <a:t>The answer to this question will allow you see detect how often the person is able to “unplug.”</a:t>
            </a:r>
          </a:p>
          <a:p>
            <a:pPr lvl="1"/>
            <a:endParaRPr lang="en-CA" dirty="0"/>
          </a:p>
          <a:p>
            <a:pPr marL="457200" lvl="1" indent="0">
              <a:buNone/>
            </a:pPr>
            <a:r>
              <a:rPr lang="en-CA" i="1" dirty="0"/>
              <a:t>Please create your own questions.  Do not use this exact question for your survey.</a:t>
            </a:r>
          </a:p>
          <a:p>
            <a:pPr lvl="1"/>
            <a:endParaRPr lang="en-CA" dirty="0"/>
          </a:p>
        </p:txBody>
      </p:sp>
    </p:spTree>
    <p:extLst>
      <p:ext uri="{BB962C8B-B14F-4D97-AF65-F5344CB8AC3E}">
        <p14:creationId xmlns:p14="http://schemas.microsoft.com/office/powerpoint/2010/main" val="18592623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87CD-C955-1641-963B-03E7B6F1F7BA}"/>
              </a:ext>
            </a:extLst>
          </p:cNvPr>
          <p:cNvSpPr>
            <a:spLocks noGrp="1"/>
          </p:cNvSpPr>
          <p:nvPr>
            <p:ph type="title"/>
          </p:nvPr>
        </p:nvSpPr>
        <p:spPr>
          <a:solidFill>
            <a:schemeClr val="bg1">
              <a:lumMod val="85000"/>
              <a:alpha val="87000"/>
            </a:schemeClr>
          </a:solidFill>
        </p:spPr>
        <p:txBody>
          <a:bodyPr/>
          <a:lstStyle/>
          <a:p>
            <a:r>
              <a:rPr lang="en-CA" dirty="0"/>
              <a:t>Important documents: </a:t>
            </a:r>
          </a:p>
        </p:txBody>
      </p:sp>
      <p:sp>
        <p:nvSpPr>
          <p:cNvPr id="3" name="Content Placeholder 2">
            <a:extLst>
              <a:ext uri="{FF2B5EF4-FFF2-40B4-BE49-F238E27FC236}">
                <a16:creationId xmlns:a16="http://schemas.microsoft.com/office/drawing/2014/main" id="{43554A65-80E8-5243-8555-CD47EDC1A5DE}"/>
              </a:ext>
            </a:extLst>
          </p:cNvPr>
          <p:cNvSpPr>
            <a:spLocks noGrp="1"/>
          </p:cNvSpPr>
          <p:nvPr>
            <p:ph idx="1"/>
          </p:nvPr>
        </p:nvSpPr>
        <p:spPr>
          <a:solidFill>
            <a:schemeClr val="bg1">
              <a:lumMod val="85000"/>
              <a:alpha val="88000"/>
            </a:schemeClr>
          </a:solidFill>
        </p:spPr>
        <p:txBody>
          <a:bodyPr>
            <a:normAutofit/>
          </a:bodyPr>
          <a:lstStyle/>
          <a:p>
            <a:pPr marL="914400" lvl="1" indent="-457200">
              <a:buFont typeface="+mj-lt"/>
              <a:buAutoNum type="arabicPeriod"/>
            </a:pPr>
            <a:r>
              <a:rPr lang="en-CA" dirty="0"/>
              <a:t>Under “assignments,” you will find all the detailed information related to your speaking assignment</a:t>
            </a:r>
          </a:p>
          <a:p>
            <a:pPr marL="914400" lvl="1" indent="-457200">
              <a:buFont typeface="+mj-lt"/>
              <a:buAutoNum type="arabicPeriod"/>
            </a:pPr>
            <a:r>
              <a:rPr lang="en-CA" dirty="0"/>
              <a:t>In you portfolios, you will find a space to post your questions and a table to record the answers</a:t>
            </a:r>
          </a:p>
          <a:p>
            <a:pPr marL="914400" lvl="1" indent="-457200">
              <a:buFont typeface="+mj-lt"/>
              <a:buAutoNum type="arabicPeriod"/>
            </a:pPr>
            <a:r>
              <a:rPr lang="en-CA" dirty="0"/>
              <a:t>In “collaborative space” in Class notebook (Bloc-notes), you will find a schedule for next week’s presentations.  You can choose your time there.  </a:t>
            </a:r>
          </a:p>
          <a:p>
            <a:pPr marL="457200" lvl="1" indent="0">
              <a:buNone/>
            </a:pPr>
            <a:endParaRPr lang="en-CA" dirty="0"/>
          </a:p>
        </p:txBody>
      </p:sp>
    </p:spTree>
    <p:extLst>
      <p:ext uri="{BB962C8B-B14F-4D97-AF65-F5344CB8AC3E}">
        <p14:creationId xmlns:p14="http://schemas.microsoft.com/office/powerpoint/2010/main" val="24747651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3475A-D09B-E347-AFB5-97B0EA568981}"/>
              </a:ext>
            </a:extLst>
          </p:cNvPr>
          <p:cNvSpPr>
            <a:spLocks noGrp="1"/>
          </p:cNvSpPr>
          <p:nvPr>
            <p:ph type="title"/>
          </p:nvPr>
        </p:nvSpPr>
        <p:spPr>
          <a:solidFill>
            <a:schemeClr val="bg1">
              <a:lumMod val="85000"/>
              <a:alpha val="88000"/>
            </a:schemeClr>
          </a:solidFill>
        </p:spPr>
        <p:txBody>
          <a:bodyPr/>
          <a:lstStyle/>
          <a:p>
            <a:r>
              <a:rPr lang="en-CA" dirty="0"/>
              <a:t>Procedure – in class today</a:t>
            </a:r>
          </a:p>
        </p:txBody>
      </p:sp>
      <p:graphicFrame>
        <p:nvGraphicFramePr>
          <p:cNvPr id="7" name="Content Placeholder 6">
            <a:extLst>
              <a:ext uri="{FF2B5EF4-FFF2-40B4-BE49-F238E27FC236}">
                <a16:creationId xmlns:a16="http://schemas.microsoft.com/office/drawing/2014/main" id="{4E2506AC-5683-3148-BAA1-CD1A88DA555A}"/>
              </a:ext>
            </a:extLst>
          </p:cNvPr>
          <p:cNvGraphicFramePr>
            <a:graphicFrameLocks noGrp="1"/>
          </p:cNvGraphicFramePr>
          <p:nvPr>
            <p:ph idx="1"/>
            <p:extLst>
              <p:ext uri="{D42A27DB-BD31-4B8C-83A1-F6EECF244321}">
                <p14:modId xmlns:p14="http://schemas.microsoft.com/office/powerpoint/2010/main" val="296733473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9642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3475A-D09B-E347-AFB5-97B0EA568981}"/>
              </a:ext>
            </a:extLst>
          </p:cNvPr>
          <p:cNvSpPr>
            <a:spLocks noGrp="1"/>
          </p:cNvSpPr>
          <p:nvPr>
            <p:ph type="title"/>
          </p:nvPr>
        </p:nvSpPr>
        <p:spPr>
          <a:solidFill>
            <a:schemeClr val="bg1">
              <a:lumMod val="85000"/>
              <a:alpha val="86000"/>
            </a:schemeClr>
          </a:solidFill>
        </p:spPr>
        <p:txBody>
          <a:bodyPr/>
          <a:lstStyle/>
          <a:p>
            <a:r>
              <a:rPr lang="en-CA" dirty="0"/>
              <a:t>Procedure – for homework (1)</a:t>
            </a:r>
          </a:p>
        </p:txBody>
      </p:sp>
      <p:graphicFrame>
        <p:nvGraphicFramePr>
          <p:cNvPr id="7" name="Content Placeholder 6">
            <a:extLst>
              <a:ext uri="{FF2B5EF4-FFF2-40B4-BE49-F238E27FC236}">
                <a16:creationId xmlns:a16="http://schemas.microsoft.com/office/drawing/2014/main" id="{4E2506AC-5683-3148-BAA1-CD1A88DA555A}"/>
              </a:ext>
            </a:extLst>
          </p:cNvPr>
          <p:cNvGraphicFramePr>
            <a:graphicFrameLocks noGrp="1"/>
          </p:cNvGraphicFramePr>
          <p:nvPr>
            <p:ph idx="1"/>
            <p:extLst>
              <p:ext uri="{D42A27DB-BD31-4B8C-83A1-F6EECF244321}">
                <p14:modId xmlns:p14="http://schemas.microsoft.com/office/powerpoint/2010/main" val="320083758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0119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3475A-D09B-E347-AFB5-97B0EA568981}"/>
              </a:ext>
            </a:extLst>
          </p:cNvPr>
          <p:cNvSpPr>
            <a:spLocks noGrp="1"/>
          </p:cNvSpPr>
          <p:nvPr>
            <p:ph type="title"/>
          </p:nvPr>
        </p:nvSpPr>
        <p:spPr>
          <a:solidFill>
            <a:schemeClr val="bg1">
              <a:lumMod val="85000"/>
              <a:alpha val="88000"/>
            </a:schemeClr>
          </a:solidFill>
        </p:spPr>
        <p:txBody>
          <a:bodyPr/>
          <a:lstStyle/>
          <a:p>
            <a:r>
              <a:rPr lang="en-CA" dirty="0"/>
              <a:t>Procedure – for homework (2)</a:t>
            </a:r>
          </a:p>
        </p:txBody>
      </p:sp>
      <p:graphicFrame>
        <p:nvGraphicFramePr>
          <p:cNvPr id="7" name="Content Placeholder 6">
            <a:extLst>
              <a:ext uri="{FF2B5EF4-FFF2-40B4-BE49-F238E27FC236}">
                <a16:creationId xmlns:a16="http://schemas.microsoft.com/office/drawing/2014/main" id="{4E2506AC-5683-3148-BAA1-CD1A88DA555A}"/>
              </a:ext>
            </a:extLst>
          </p:cNvPr>
          <p:cNvGraphicFramePr>
            <a:graphicFrameLocks noGrp="1"/>
          </p:cNvGraphicFramePr>
          <p:nvPr>
            <p:ph idx="1"/>
            <p:extLst>
              <p:ext uri="{D42A27DB-BD31-4B8C-83A1-F6EECF244321}">
                <p14:modId xmlns:p14="http://schemas.microsoft.com/office/powerpoint/2010/main" val="272805700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016418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3475A-D09B-E347-AFB5-97B0EA568981}"/>
              </a:ext>
            </a:extLst>
          </p:cNvPr>
          <p:cNvSpPr>
            <a:spLocks noGrp="1"/>
          </p:cNvSpPr>
          <p:nvPr>
            <p:ph type="title"/>
          </p:nvPr>
        </p:nvSpPr>
        <p:spPr>
          <a:solidFill>
            <a:schemeClr val="bg1">
              <a:lumMod val="85000"/>
              <a:alpha val="88000"/>
            </a:schemeClr>
          </a:solidFill>
        </p:spPr>
        <p:txBody>
          <a:bodyPr/>
          <a:lstStyle/>
          <a:p>
            <a:r>
              <a:rPr lang="en-CA" dirty="0"/>
              <a:t>Procedure – for homework (3)</a:t>
            </a:r>
          </a:p>
        </p:txBody>
      </p:sp>
      <p:graphicFrame>
        <p:nvGraphicFramePr>
          <p:cNvPr id="7" name="Content Placeholder 6">
            <a:extLst>
              <a:ext uri="{FF2B5EF4-FFF2-40B4-BE49-F238E27FC236}">
                <a16:creationId xmlns:a16="http://schemas.microsoft.com/office/drawing/2014/main" id="{4E2506AC-5683-3148-BAA1-CD1A88DA555A}"/>
              </a:ext>
            </a:extLst>
          </p:cNvPr>
          <p:cNvGraphicFramePr>
            <a:graphicFrameLocks noGrp="1"/>
          </p:cNvGraphicFramePr>
          <p:nvPr>
            <p:ph idx="1"/>
            <p:extLst>
              <p:ext uri="{D42A27DB-BD31-4B8C-83A1-F6EECF244321}">
                <p14:modId xmlns:p14="http://schemas.microsoft.com/office/powerpoint/2010/main" val="48261448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619380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3475A-D09B-E347-AFB5-97B0EA568981}"/>
              </a:ext>
            </a:extLst>
          </p:cNvPr>
          <p:cNvSpPr>
            <a:spLocks noGrp="1"/>
          </p:cNvSpPr>
          <p:nvPr>
            <p:ph type="title"/>
          </p:nvPr>
        </p:nvSpPr>
        <p:spPr>
          <a:solidFill>
            <a:schemeClr val="bg1">
              <a:lumMod val="85000"/>
              <a:alpha val="88000"/>
            </a:schemeClr>
          </a:solidFill>
        </p:spPr>
        <p:txBody>
          <a:bodyPr/>
          <a:lstStyle/>
          <a:p>
            <a:r>
              <a:rPr lang="en-CA" dirty="0"/>
              <a:t>Procedure – next week in class</a:t>
            </a:r>
          </a:p>
        </p:txBody>
      </p:sp>
      <p:graphicFrame>
        <p:nvGraphicFramePr>
          <p:cNvPr id="7" name="Content Placeholder 6">
            <a:extLst>
              <a:ext uri="{FF2B5EF4-FFF2-40B4-BE49-F238E27FC236}">
                <a16:creationId xmlns:a16="http://schemas.microsoft.com/office/drawing/2014/main" id="{4E2506AC-5683-3148-BAA1-CD1A88DA555A}"/>
              </a:ext>
            </a:extLst>
          </p:cNvPr>
          <p:cNvGraphicFramePr>
            <a:graphicFrameLocks noGrp="1"/>
          </p:cNvGraphicFramePr>
          <p:nvPr>
            <p:ph idx="1"/>
            <p:extLst>
              <p:ext uri="{D42A27DB-BD31-4B8C-83A1-F6EECF244321}">
                <p14:modId xmlns:p14="http://schemas.microsoft.com/office/powerpoint/2010/main" val="344526429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82041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6D6F6CAAF9C6944B5C9751CA7007C9D" ma:contentTypeVersion="8" ma:contentTypeDescription="Create a new document." ma:contentTypeScope="" ma:versionID="d68e3ab74090c6aa942bec0d3e1f8360">
  <xsd:schema xmlns:xsd="http://www.w3.org/2001/XMLSchema" xmlns:xs="http://www.w3.org/2001/XMLSchema" xmlns:p="http://schemas.microsoft.com/office/2006/metadata/properties" xmlns:ns2="46578e2c-41c0-4923-89c6-761e39a1a296" targetNamespace="http://schemas.microsoft.com/office/2006/metadata/properties" ma:root="true" ma:fieldsID="df37f3c599b4daeb0d87abd6d51780c0" ns2:_="">
    <xsd:import namespace="46578e2c-41c0-4923-89c6-761e39a1a29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578e2c-41c0-4923-89c6-761e39a1a2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3D1A915-AD00-46BC-B58C-D250EE220495}"/>
</file>

<file path=customXml/itemProps2.xml><?xml version="1.0" encoding="utf-8"?>
<ds:datastoreItem xmlns:ds="http://schemas.openxmlformats.org/officeDocument/2006/customXml" ds:itemID="{8D5EA026-992D-4200-96BE-B9A73C75215F}"/>
</file>

<file path=customXml/itemProps3.xml><?xml version="1.0" encoding="utf-8"?>
<ds:datastoreItem xmlns:ds="http://schemas.openxmlformats.org/officeDocument/2006/customXml" ds:itemID="{CDCE9650-0CF2-4B17-801D-C860151A41D8}"/>
</file>

<file path=docProps/app.xml><?xml version="1.0" encoding="utf-8"?>
<Properties xmlns="http://schemas.openxmlformats.org/officeDocument/2006/extended-properties" xmlns:vt="http://schemas.openxmlformats.org/officeDocument/2006/docPropsVTypes">
  <TotalTime>3590</TotalTime>
  <Words>1448</Words>
  <Application>Microsoft Macintosh PowerPoint</Application>
  <PresentationFormat>Widescreen</PresentationFormat>
  <Paragraphs>137</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PowerPoint Presentation</vt:lpstr>
      <vt:lpstr>Today</vt:lpstr>
      <vt:lpstr>Reading test</vt:lpstr>
      <vt:lpstr>Reading test strategies</vt:lpstr>
      <vt:lpstr>Reading test strategies</vt:lpstr>
      <vt:lpstr>Reading test strategies</vt:lpstr>
      <vt:lpstr>Listening test</vt:lpstr>
      <vt:lpstr>Survey questions - grammar</vt:lpstr>
      <vt:lpstr>Survey questions - grammar</vt:lpstr>
      <vt:lpstr>Survey questions - grammar</vt:lpstr>
      <vt:lpstr>Question formation - resources</vt:lpstr>
      <vt:lpstr>Your questions</vt:lpstr>
      <vt:lpstr>Your questions to avoid</vt:lpstr>
      <vt:lpstr>Your questions to avoid</vt:lpstr>
      <vt:lpstr>Your questions to avoid</vt:lpstr>
      <vt:lpstr>Important documents: </vt:lpstr>
      <vt:lpstr>Procedure – in class today</vt:lpstr>
      <vt:lpstr>Procedure – for homework (1)</vt:lpstr>
      <vt:lpstr>Procedure – for homework (2)</vt:lpstr>
      <vt:lpstr>Procedure – for homework (3)</vt:lpstr>
      <vt:lpstr>Procedure – next week in class</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 Stewart</dc:creator>
  <cp:lastModifiedBy>Daniel Stewart</cp:lastModifiedBy>
  <cp:revision>26</cp:revision>
  <dcterms:created xsi:type="dcterms:W3CDTF">2020-09-29T23:59:47Z</dcterms:created>
  <dcterms:modified xsi:type="dcterms:W3CDTF">2020-10-05T00:11:12Z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0x01010016D6F6CAAF9C6944B5C9751CA7007C9D</vt:lpwstr>
  </property>
</Properties>
</file>